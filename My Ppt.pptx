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56" r:id="rId5"/>
    <p:sldId id="281" r:id="rId6"/>
    <p:sldId id="282" r:id="rId7"/>
    <p:sldId id="261" r:id="rId8"/>
    <p:sldId id="284" r:id="rId9"/>
    <p:sldId id="280" r:id="rId10"/>
    <p:sldId id="292" r:id="rId11"/>
    <p:sldId id="293" r:id="rId12"/>
    <p:sldId id="289" r:id="rId13"/>
    <p:sldId id="283" r:id="rId14"/>
    <p:sldId id="290" r:id="rId15"/>
    <p:sldId id="294" r:id="rId16"/>
    <p:sldId id="295" r:id="rId17"/>
    <p:sldId id="286" r:id="rId18"/>
    <p:sldId id="262" r:id="rId19"/>
    <p:sldId id="268" r:id="rId20"/>
    <p:sldId id="274" r:id="rId21"/>
    <p:sldId id="275" r:id="rId22"/>
    <p:sldId id="277" r:id="rId23"/>
    <p:sldId id="276" r:id="rId24"/>
    <p:sldId id="278" r:id="rId25"/>
    <p:sldId id="287" r:id="rId26"/>
    <p:sldId id="279" r:id="rId27"/>
    <p:sldId id="263" r:id="rId28"/>
    <p:sldId id="264" r:id="rId29"/>
  </p:sldIdLst>
  <p:sldSz cx="12192000" cy="6858000"/>
  <p:notesSz cx="6858000" cy="9144000"/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DC57"/>
    <a:srgbClr val="00091D"/>
    <a:srgbClr val="9570BA"/>
    <a:srgbClr val="73B490"/>
    <a:srgbClr val="CC00FF"/>
    <a:srgbClr val="385183"/>
    <a:srgbClr val="284278"/>
    <a:srgbClr val="9900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76714" autoAdjust="0"/>
  </p:normalViewPr>
  <p:slideViewPr>
    <p:cSldViewPr snapToGrid="0">
      <p:cViewPr>
        <p:scale>
          <a:sx n="33" d="100"/>
          <a:sy n="33" d="100"/>
        </p:scale>
        <p:origin x="1988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0FCA4-A67D-42CE-BDD9-485B1D79F91E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88B57-37C8-4AF6-A7C6-1D9A8A8761F8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53167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4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959724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354DA-4351-657B-6DF1-05B461F0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96412-9DBB-B321-8896-3FFB5F854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B9573-6AE5-CCE8-0E9A-7C337559E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30CCA-45C7-22ED-1464-2FE2B0525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5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045789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B8F5-B530-720C-6DDB-DCBCBD02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FF730-35E6-E57D-935E-038A353E1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7781B-E710-A7C4-9DBC-CC8B7D0E7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NOW LET MOVE DIRECTLY TO OUR CONTEXT</a:t>
            </a:r>
            <a:endParaRPr lang="en-C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1E012-3235-5585-99EF-6743F559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6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467035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8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267429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NOW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9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827238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B1E8-CE0C-7AC6-31A1-5F14F4EE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0034A-98A8-CBF1-97C4-D8024F2D5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BDB0A-ED86-57E9-E915-6EFB90E2B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M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still find several important activities being handled manually or through informal communication channels.</a:t>
            </a:r>
          </a:p>
          <a:p>
            <a:r>
              <a:rPr lang="en-CM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information can be communicated through different channels, attendance can be recorded on paper, and academic marks can also be managed using paper-based records or separate tools.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M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the need for our solution, let us first look at how some of these activities are currently handled</a:t>
            </a:r>
          </a:p>
          <a:p>
            <a:endParaRPr lang="en-C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84396-75FF-4A72-1A21-1164BB097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12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093770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0EF7-9200-100E-511D-0F9B6BDD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DA1D-9EBA-E5C3-6574-6B2EA17AB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C2A59-622E-D7C6-EDFB-D1ABCDEE0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M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still find several important activities being handled manually or through informal communication channels.</a:t>
            </a:r>
          </a:p>
          <a:p>
            <a:r>
              <a:rPr lang="en-CM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information can be communicated through different channels, attendance can be recorded on paper, and academic marks can also be managed using paper-based records or separate tools.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2AFBE-6C87-F5DC-E1A1-882F01470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14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535355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IT IS A DIGITAL PLATFORL THAT LINKS INSTITUTION WITH PARENTS, STUDENTS AND OUT SIDERS IN ONE CENTRALIZED ENVIRONEMENT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15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427457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IT IS A DIGITAL PLATFORL THAT LINKS INSTITUTION WITH PARENTS, STUDENTS AND OUT SIDERS IN ONE CENTRALIZED ENVIRONEMENT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16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663412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88B57-37C8-4AF6-A7C6-1D9A8A8761F8}" type="slidenum">
              <a:rPr lang="en-CM" smtClean="0"/>
              <a:t>23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70258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C17F-7AE6-7BFF-6C59-2BEFFBA4A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702CF-713F-56A9-1FDD-57502A475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20BC-3ECC-18D5-C22D-5BDD1B00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4FD2E-83C1-EEAB-D203-48849ADD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FD05D-026B-0D29-BEDA-0D7E97D8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74257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8214-1EE0-D82D-D3A6-BCA150B8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9225B-1AED-9076-1D48-BA61B8335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687FF-DC89-C57D-6995-4A82A37C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19B2-F177-D151-4A1A-72A85F26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104D0-D95E-E3F0-89C1-545CA832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52003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4ED5-4658-521F-B09D-2B745BCD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4A260-BC01-F076-3F16-D35F7EB1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1377D-8AE4-6901-DC6D-9E2BB9E6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DF1C2-EFEA-0B80-A2DC-4B695B86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BB8BF-99D8-D077-042E-B8FA38EE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64846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4DC5-BAA7-9D56-048D-7D3C6DA8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CF4D-453F-C145-C047-B6B8746C0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86078-8476-B738-926D-81C14038D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4A8F8-CC9F-C6C5-1C98-3EF3C0A5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73B7A-822B-9911-50AC-C38A9CB8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FB5E8-59AE-49B4-CD01-D057F900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032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C8E-651A-1DF0-0212-65355CF2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58180-DF2B-72A3-E91E-1E067508B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24F78-AE24-7590-0354-1624CF2C1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6ED95-5F7A-89C1-30F6-2D97BE0D1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94510-926B-2E1E-DF57-A4B019543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96E08-7BF1-4F07-DDF8-76E8D12F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77E8C-345C-E968-BB12-75CEBCFF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149DF-7CE9-9839-6F79-14B2E8E6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59318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556F-A5A5-5591-3E64-4566425B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64C39-B13A-07EC-1E50-645FBCA9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A7641-F29D-D358-4DB7-BBF40C92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EF2BB-B130-4F28-89CF-FA2B9FCB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75479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2F885-FA4C-187C-D25F-376C38FF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E58AA-5C6A-997B-D60E-3AC3E1E9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B8E3C-7A23-56EA-BF5E-6C9DBBDA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15561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9261-B6D8-C33D-09F8-B8917E242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67D0-6239-BDA4-5B9B-26878EA7C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6BD37-9DDA-C0B2-5814-03EE8522B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539A3-F74E-0065-08D8-5B1FFEE62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70BE1-E858-9F3A-EDC4-0EFE7CB1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BEDD1-54C3-4CD1-FAC4-03B1B06C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79633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5FD9-4434-2D8E-7CA4-0096BAD8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A2498-69F7-21ED-4E8F-ECA59668E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8FE32-213F-712C-0916-785581F7A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10AD-7606-2827-7928-5510242A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960EF-489C-EF76-E45E-38F78154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A43DC-C56A-E45F-AC3E-94E85EBA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73080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D57D-FE7F-25B7-DE4C-A437264D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CD1F7-2E0B-F79C-E1B6-BA31ABEF2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8657-50B9-300C-C50F-292B2485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3AAAF-5B62-62D3-BA8E-E24957F4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2D22F-DF9C-1CC2-0B64-A76F5CA2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82034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2CE24-C626-6F1B-B1DB-26AFF44E8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46FD8-F3E2-C4B7-5DFA-4C98B07B6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CBD21-A263-7B3E-AD82-B95F41827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03B2A-A84D-9682-7A96-F9C003DB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85BB3-872D-A578-E88F-E9B10C3F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23090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A5758-C533-B5A1-DF54-65E1DE62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9234C-82E3-BD73-50D8-9D4A3F922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34B0-0218-B83B-A1E1-0C8C9ADE7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D8145-FF11-4A0D-B6D5-905587208DF9}" type="datetimeFigureOut">
              <a:rPr lang="en-CM" smtClean="0"/>
              <a:t>10/08/2026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29A20-AB3D-257E-5B89-EED6F1F6A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8CAC-50CC-7071-70A9-7BBF52506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FE54D-CFFF-4CBC-B313-0EAB30873556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3037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f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f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f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3D81FD5C-D951-1831-3920-B27C1C5A1FAC}"/>
              </a:ext>
            </a:extLst>
          </p:cNvPr>
          <p:cNvSpPr/>
          <p:nvPr/>
        </p:nvSpPr>
        <p:spPr>
          <a:xfrm>
            <a:off x="988612" y="360940"/>
            <a:ext cx="1278717" cy="982265"/>
          </a:xfrm>
          <a:custGeom>
            <a:avLst/>
            <a:gdLst/>
            <a:ahLst/>
            <a:cxnLst/>
            <a:rect l="l" t="t" r="r" b="b"/>
            <a:pathLst>
              <a:path w="2537193" h="2171754">
                <a:moveTo>
                  <a:pt x="0" y="0"/>
                </a:moveTo>
                <a:lnTo>
                  <a:pt x="2537193" y="0"/>
                </a:lnTo>
                <a:lnTo>
                  <a:pt x="2537193" y="2171754"/>
                </a:lnTo>
                <a:lnTo>
                  <a:pt x="0" y="217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609A0A8-02AC-FCC1-0CC4-372923680DFF}"/>
              </a:ext>
            </a:extLst>
          </p:cNvPr>
          <p:cNvSpPr txBox="1"/>
          <p:nvPr/>
        </p:nvSpPr>
        <p:spPr>
          <a:xfrm>
            <a:off x="2380733" y="4050258"/>
            <a:ext cx="7836245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from the 1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July to the 30th of September 2026 at the company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Shaderl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part of my pursuit to obtain an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Diploma in Computer Science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Option: Software Engineering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MOMO CLIFF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III Student at AICS Cameroon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7DE6E5-E9B7-9C2E-2217-79099DF2B847}"/>
              </a:ext>
            </a:extLst>
          </p:cNvPr>
          <p:cNvSpPr txBox="1"/>
          <p:nvPr/>
        </p:nvSpPr>
        <p:spPr>
          <a:xfrm>
            <a:off x="187271" y="1340895"/>
            <a:ext cx="288139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b="1" dirty="0"/>
              <a:t>AFRICAN INSTITUTE OF COMPUTER SCIENCES - CAMEROON PAUL BIYA TECHNOLOGICAL CENTER OF EXCELLENCE</a:t>
            </a:r>
          </a:p>
          <a:p>
            <a:pPr algn="ctr"/>
            <a:endParaRPr lang="fr-FR" sz="1200" dirty="0"/>
          </a:p>
          <a:p>
            <a:pPr algn="ctr"/>
            <a:r>
              <a:rPr lang="en-US" sz="1200" dirty="0"/>
              <a:t>P.O. Box: 13719 Yaoundé</a:t>
            </a:r>
            <a:endParaRPr lang="fr-FR" sz="1200" dirty="0"/>
          </a:p>
          <a:p>
            <a:pPr algn="ctr"/>
            <a:r>
              <a:rPr lang="en-US" sz="1200" dirty="0"/>
              <a:t>Tel: +237.242.729.957 Fax: 22729958</a:t>
            </a:r>
            <a:endParaRPr lang="fr-FR" sz="1200" dirty="0"/>
          </a:p>
          <a:p>
            <a:pPr algn="ctr"/>
            <a:r>
              <a:rPr lang="en-US" sz="1200" dirty="0" err="1"/>
              <a:t>E-mail:contact@iaicameroun.com</a:t>
            </a:r>
            <a:endParaRPr lang="fr-FR" sz="1200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B50E3F-F848-966B-8096-4BB929B3E40F}"/>
              </a:ext>
            </a:extLst>
          </p:cNvPr>
          <p:cNvSpPr txBox="1"/>
          <p:nvPr/>
        </p:nvSpPr>
        <p:spPr>
          <a:xfrm>
            <a:off x="412352" y="83941"/>
            <a:ext cx="243123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REPUBLIC OF CAMEROON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Peace-Work-Fatherland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/>
              <a:t> </a:t>
            </a:r>
            <a:endParaRPr lang="fr-FR" sz="1200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DF16B75-0AB4-5FEF-0244-D108FFAECD4D}"/>
              </a:ext>
            </a:extLst>
          </p:cNvPr>
          <p:cNvSpPr txBox="1"/>
          <p:nvPr/>
        </p:nvSpPr>
        <p:spPr>
          <a:xfrm>
            <a:off x="4007685" y="5773807"/>
            <a:ext cx="4557611" cy="23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33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Garet Bold"/>
              </a:rPr>
              <a:t>SUPERVISORS</a:t>
            </a:r>
            <a:r>
              <a:rPr lang="en-US" sz="1495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0835F4-F94C-0C40-D278-A3166875A18A}"/>
              </a:ext>
            </a:extLst>
          </p:cNvPr>
          <p:cNvSpPr txBox="1"/>
          <p:nvPr/>
        </p:nvSpPr>
        <p:spPr>
          <a:xfrm>
            <a:off x="-787420" y="6011136"/>
            <a:ext cx="5130838" cy="25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fr-FR" sz="1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</a:t>
            </a:r>
            <a:r>
              <a:rPr lang="fr-FR" sz="1333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fr-FR" sz="1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67" b="1" dirty="0">
              <a:solidFill>
                <a:srgbClr val="000000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38C2184-8C93-A42F-886D-29590A3BE8BE}"/>
              </a:ext>
            </a:extLst>
          </p:cNvPr>
          <p:cNvSpPr txBox="1"/>
          <p:nvPr/>
        </p:nvSpPr>
        <p:spPr>
          <a:xfrm>
            <a:off x="9568871" y="83941"/>
            <a:ext cx="243123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REPUBLIQUE DU CAMEROON</a:t>
            </a:r>
          </a:p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Paix-Travail- Patrie</a:t>
            </a:r>
          </a:p>
          <a:p>
            <a:r>
              <a:rPr lang="en-US" sz="1200" dirty="0"/>
              <a:t> </a:t>
            </a:r>
            <a:endParaRPr lang="fr-FR" sz="1200" dirty="0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B29972C-28D2-986D-B8D3-65253D9F044D}"/>
              </a:ext>
            </a:extLst>
          </p:cNvPr>
          <p:cNvSpPr txBox="1"/>
          <p:nvPr/>
        </p:nvSpPr>
        <p:spPr>
          <a:xfrm>
            <a:off x="9310602" y="1384793"/>
            <a:ext cx="26895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Love, One Mind, One Legacy!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LinkedIn: Shaderl Tel: (237) 678 358 509 / (237) 692 199 722 Site Web: www.shardel.com</a:t>
            </a:r>
            <a:endParaRPr lang="en-CM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514C299D-3118-13A3-6B7A-40B71E6590DE}"/>
              </a:ext>
            </a:extLst>
          </p:cNvPr>
          <p:cNvSpPr txBox="1"/>
          <p:nvPr/>
        </p:nvSpPr>
        <p:spPr>
          <a:xfrm>
            <a:off x="-787420" y="6279889"/>
            <a:ext cx="5130838" cy="25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333" b="1" dirty="0" err="1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Mme</a:t>
            </a:r>
            <a:r>
              <a:rPr lang="en-US" sz="1333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 Claudia </a:t>
            </a:r>
            <a:r>
              <a:rPr lang="en-US" sz="1333" b="1" dirty="0" err="1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Nzali</a:t>
            </a:r>
            <a:endParaRPr lang="en-US" sz="1333" b="1" dirty="0">
              <a:solidFill>
                <a:srgbClr val="000000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C792C3B3-1FFD-18E5-621F-24DC9EF94B2A}"/>
              </a:ext>
            </a:extLst>
          </p:cNvPr>
          <p:cNvSpPr txBox="1"/>
          <p:nvPr/>
        </p:nvSpPr>
        <p:spPr>
          <a:xfrm>
            <a:off x="8219070" y="6269275"/>
            <a:ext cx="5130838" cy="24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Emate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Yvann</a:t>
            </a:r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FBD4FCC6-A1FC-BED2-05C5-17D82DAE4876}"/>
              </a:ext>
            </a:extLst>
          </p:cNvPr>
          <p:cNvSpPr txBox="1"/>
          <p:nvPr/>
        </p:nvSpPr>
        <p:spPr>
          <a:xfrm>
            <a:off x="8229562" y="6011136"/>
            <a:ext cx="5130838" cy="25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fr-FR" sz="1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</a:t>
            </a:r>
            <a:r>
              <a:rPr lang="fr-FR" sz="1333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fr-FR" sz="1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B248D0-B0AE-D159-BDE5-D8561BD8B672}"/>
              </a:ext>
            </a:extLst>
          </p:cNvPr>
          <p:cNvSpPr/>
          <p:nvPr/>
        </p:nvSpPr>
        <p:spPr>
          <a:xfrm>
            <a:off x="4886246" y="6201582"/>
            <a:ext cx="2419508" cy="602700"/>
          </a:xfrm>
          <a:prstGeom prst="rect">
            <a:avLst/>
          </a:prstGeom>
          <a:solidFill>
            <a:srgbClr val="00B050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fr-FR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8D4969-73A9-69A6-7C3E-CAEC86944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504" y="592713"/>
            <a:ext cx="2069969" cy="74818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64C98EE-961E-49C7-890D-DC5063C886E3}"/>
              </a:ext>
            </a:extLst>
          </p:cNvPr>
          <p:cNvSpPr txBox="1"/>
          <p:nvPr/>
        </p:nvSpPr>
        <p:spPr>
          <a:xfrm>
            <a:off x="4886246" y="6185934"/>
            <a:ext cx="2419508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Academic year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2025-2026</a:t>
            </a:r>
          </a:p>
          <a:p>
            <a:endParaRPr lang="en-CM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BF0A64-9EB9-9D4A-6F29-9EC0D7B950D4}"/>
              </a:ext>
            </a:extLst>
          </p:cNvPr>
          <p:cNvGrpSpPr/>
          <p:nvPr/>
        </p:nvGrpSpPr>
        <p:grpSpPr>
          <a:xfrm>
            <a:off x="1519084" y="2801141"/>
            <a:ext cx="9434051" cy="1232035"/>
            <a:chOff x="1519084" y="2801141"/>
            <a:chExt cx="9434051" cy="123203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CA88F9-16E1-90E9-F453-0F17AE69447C}"/>
                </a:ext>
              </a:extLst>
            </p:cNvPr>
            <p:cNvSpPr/>
            <p:nvPr/>
          </p:nvSpPr>
          <p:spPr>
            <a:xfrm>
              <a:off x="1519084" y="2801141"/>
              <a:ext cx="9434051" cy="1232035"/>
            </a:xfrm>
            <a:prstGeom prst="rect">
              <a:avLst/>
            </a:prstGeom>
            <a:solidFill>
              <a:srgbClr val="00B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6BF160-DC43-3804-52A0-068500BED6B0}"/>
                </a:ext>
              </a:extLst>
            </p:cNvPr>
            <p:cNvSpPr txBox="1"/>
            <p:nvPr/>
          </p:nvSpPr>
          <p:spPr>
            <a:xfrm>
              <a:off x="1637071" y="2906329"/>
              <a:ext cx="9316064" cy="967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AND IMPLEMENTATION OF A </a:t>
              </a:r>
              <a:r>
                <a:rPr 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 PLATFORM FOR INSTITUTIONAL ENGAGEMENT AND STUDENT ATTENDANCE</a:t>
              </a:r>
              <a:endParaRPr lang="en-CM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023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581D1-B949-2631-AD6E-91FCC375C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02060">
                  <a:lumMod val="29000"/>
                </a:srgbClr>
              </a:gs>
              <a:gs pos="7000">
                <a:srgbClr val="002060">
                  <a:alpha val="78000"/>
                </a:srgb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5" name="圆角矩形 3">
            <a:extLst>
              <a:ext uri="{FF2B5EF4-FFF2-40B4-BE49-F238E27FC236}">
                <a16:creationId xmlns:a16="http://schemas.microsoft.com/office/drawing/2014/main" id="{6B3CBCF0-7096-8B0C-8DA7-7C2B164801FF}"/>
              </a:ext>
            </a:extLst>
          </p:cNvPr>
          <p:cNvSpPr/>
          <p:nvPr/>
        </p:nvSpPr>
        <p:spPr>
          <a:xfrm>
            <a:off x="5847155" y="625064"/>
            <a:ext cx="5219051" cy="757990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fr-FR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 Introduction</a:t>
            </a:r>
            <a:endParaRPr lang="zh-CN" altLang="en-US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6" name="圆角矩形 1">
            <a:extLst>
              <a:ext uri="{FF2B5EF4-FFF2-40B4-BE49-F238E27FC236}">
                <a16:creationId xmlns:a16="http://schemas.microsoft.com/office/drawing/2014/main" id="{4171E93B-76A9-FF52-245E-9A4AAF1A5C90}"/>
              </a:ext>
            </a:extLst>
          </p:cNvPr>
          <p:cNvSpPr/>
          <p:nvPr/>
        </p:nvSpPr>
        <p:spPr>
          <a:xfrm>
            <a:off x="4632063" y="624587"/>
            <a:ext cx="1418047" cy="757705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7" name="圆角矩形 3">
            <a:extLst>
              <a:ext uri="{FF2B5EF4-FFF2-40B4-BE49-F238E27FC236}">
                <a16:creationId xmlns:a16="http://schemas.microsoft.com/office/drawing/2014/main" id="{6DB9E8F8-F272-BA81-92F5-156613200507}"/>
              </a:ext>
            </a:extLst>
          </p:cNvPr>
          <p:cNvSpPr/>
          <p:nvPr/>
        </p:nvSpPr>
        <p:spPr>
          <a:xfrm>
            <a:off x="5847155" y="1583530"/>
            <a:ext cx="5218158" cy="757990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fr-FR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Context and problematic</a:t>
            </a:r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8" name="圆角矩形 1">
            <a:extLst>
              <a:ext uri="{FF2B5EF4-FFF2-40B4-BE49-F238E27FC236}">
                <a16:creationId xmlns:a16="http://schemas.microsoft.com/office/drawing/2014/main" id="{9BE177AA-7208-0AC0-4B76-FB560A5E8D1B}"/>
              </a:ext>
            </a:extLst>
          </p:cNvPr>
          <p:cNvSpPr/>
          <p:nvPr/>
        </p:nvSpPr>
        <p:spPr>
          <a:xfrm>
            <a:off x="4632063" y="1583186"/>
            <a:ext cx="1418047" cy="757705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9" name="圆角矩形 3">
            <a:extLst>
              <a:ext uri="{FF2B5EF4-FFF2-40B4-BE49-F238E27FC236}">
                <a16:creationId xmlns:a16="http://schemas.microsoft.com/office/drawing/2014/main" id="{BD7EF258-6141-8F12-FD6B-75A82244146F}"/>
              </a:ext>
            </a:extLst>
          </p:cNvPr>
          <p:cNvSpPr/>
          <p:nvPr/>
        </p:nvSpPr>
        <p:spPr>
          <a:xfrm>
            <a:off x="5847155" y="2534359"/>
            <a:ext cx="5219051" cy="757990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fr-FR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Proposed solution</a:t>
            </a:r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10" name="圆角矩形 1">
            <a:extLst>
              <a:ext uri="{FF2B5EF4-FFF2-40B4-BE49-F238E27FC236}">
                <a16:creationId xmlns:a16="http://schemas.microsoft.com/office/drawing/2014/main" id="{89BEF36A-3CB2-7DB0-8C95-21660EB0A50F}"/>
              </a:ext>
            </a:extLst>
          </p:cNvPr>
          <p:cNvSpPr/>
          <p:nvPr/>
        </p:nvSpPr>
        <p:spPr>
          <a:xfrm>
            <a:off x="4632063" y="2534807"/>
            <a:ext cx="1418047" cy="757705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11" name="圆角矩形 3">
            <a:extLst>
              <a:ext uri="{FF2B5EF4-FFF2-40B4-BE49-F238E27FC236}">
                <a16:creationId xmlns:a16="http://schemas.microsoft.com/office/drawing/2014/main" id="{6954D1B8-3634-5E96-2807-EFB4EAC946E7}"/>
              </a:ext>
            </a:extLst>
          </p:cNvPr>
          <p:cNvSpPr/>
          <p:nvPr/>
        </p:nvSpPr>
        <p:spPr>
          <a:xfrm>
            <a:off x="5847155" y="3486143"/>
            <a:ext cx="5218158" cy="757990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fr-FR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Methodology</a:t>
            </a:r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12" name="圆角矩形 1">
            <a:extLst>
              <a:ext uri="{FF2B5EF4-FFF2-40B4-BE49-F238E27FC236}">
                <a16:creationId xmlns:a16="http://schemas.microsoft.com/office/drawing/2014/main" id="{D892D370-2C46-D7CA-6BC1-7128A4C02870}"/>
              </a:ext>
            </a:extLst>
          </p:cNvPr>
          <p:cNvSpPr/>
          <p:nvPr/>
        </p:nvSpPr>
        <p:spPr>
          <a:xfrm>
            <a:off x="4632063" y="3486429"/>
            <a:ext cx="1418047" cy="757705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04</a:t>
            </a:r>
          </a:p>
        </p:txBody>
      </p:sp>
      <p:sp>
        <p:nvSpPr>
          <p:cNvPr id="13" name="圆角矩形 3">
            <a:extLst>
              <a:ext uri="{FF2B5EF4-FFF2-40B4-BE49-F238E27FC236}">
                <a16:creationId xmlns:a16="http://schemas.microsoft.com/office/drawing/2014/main" id="{7FFC743B-1340-080E-A8A4-84090FCB2A59}"/>
              </a:ext>
            </a:extLst>
          </p:cNvPr>
          <p:cNvSpPr/>
          <p:nvPr/>
        </p:nvSpPr>
        <p:spPr>
          <a:xfrm>
            <a:off x="5847155" y="4448429"/>
            <a:ext cx="5218158" cy="757990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endParaRPr lang="fr-FR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  <a:p>
            <a:pPr algn="ctr"/>
            <a:r>
              <a:rPr lang="fr-FR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DEMOSTRATION</a:t>
            </a:r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14" name="圆角矩形 1">
            <a:extLst>
              <a:ext uri="{FF2B5EF4-FFF2-40B4-BE49-F238E27FC236}">
                <a16:creationId xmlns:a16="http://schemas.microsoft.com/office/drawing/2014/main" id="{3B50C2B8-8C55-1052-C8A0-835CDFDB1002}"/>
              </a:ext>
            </a:extLst>
          </p:cNvPr>
          <p:cNvSpPr/>
          <p:nvPr/>
        </p:nvSpPr>
        <p:spPr>
          <a:xfrm>
            <a:off x="4632063" y="4448358"/>
            <a:ext cx="1418047" cy="757705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05</a:t>
            </a:r>
          </a:p>
        </p:txBody>
      </p:sp>
      <p:pic>
        <p:nvPicPr>
          <p:cNvPr id="15" name="Image 2">
            <a:extLst>
              <a:ext uri="{FF2B5EF4-FFF2-40B4-BE49-F238E27FC236}">
                <a16:creationId xmlns:a16="http://schemas.microsoft.com/office/drawing/2014/main" id="{145FE681-C71E-1B56-0E90-ABAE42ACE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94" y="1470223"/>
            <a:ext cx="3277160" cy="3200276"/>
          </a:xfrm>
          <a:prstGeom prst="rect">
            <a:avLst/>
          </a:prstGeom>
        </p:spPr>
      </p:pic>
      <p:sp>
        <p:nvSpPr>
          <p:cNvPr id="16" name="圆角矩形 3">
            <a:extLst>
              <a:ext uri="{FF2B5EF4-FFF2-40B4-BE49-F238E27FC236}">
                <a16:creationId xmlns:a16="http://schemas.microsoft.com/office/drawing/2014/main" id="{D3FE72D2-4F73-3EEC-905A-922E39DA559D}"/>
              </a:ext>
            </a:extLst>
          </p:cNvPr>
          <p:cNvSpPr/>
          <p:nvPr/>
        </p:nvSpPr>
        <p:spPr>
          <a:xfrm>
            <a:off x="5847155" y="5475423"/>
            <a:ext cx="5218158" cy="757990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endParaRPr lang="fr-FR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  <a:p>
            <a:pPr algn="ctr"/>
            <a:endParaRPr lang="fr-FR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  <a:p>
            <a:pPr algn="ctr"/>
            <a:r>
              <a:rPr lang="fr-FR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 Conclusion</a:t>
            </a:r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17" name="圆角矩形 1">
            <a:extLst>
              <a:ext uri="{FF2B5EF4-FFF2-40B4-BE49-F238E27FC236}">
                <a16:creationId xmlns:a16="http://schemas.microsoft.com/office/drawing/2014/main" id="{23F4123D-9C94-FB2C-EDEE-2E02FB2D079A}"/>
              </a:ext>
            </a:extLst>
          </p:cNvPr>
          <p:cNvSpPr/>
          <p:nvPr/>
        </p:nvSpPr>
        <p:spPr>
          <a:xfrm>
            <a:off x="4632063" y="5475352"/>
            <a:ext cx="1418047" cy="757705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795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7863-B16A-45C9-3CDF-29840721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850B87-D3CD-01DD-C38D-5EFA2971F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002060">
                  <a:lumMod val="29000"/>
                </a:srgbClr>
              </a:gs>
              <a:gs pos="95000">
                <a:srgbClr val="002060">
                  <a:alpha val="78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C1B69771-F974-9B7D-A05D-8A8B599083AE}"/>
              </a:ext>
            </a:extLst>
          </p:cNvPr>
          <p:cNvSpPr/>
          <p:nvPr/>
        </p:nvSpPr>
        <p:spPr>
          <a:xfrm>
            <a:off x="5346291" y="2866026"/>
            <a:ext cx="6934200" cy="1257117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116000" tIns="0" bIns="3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2"/>
                </a:solidFill>
                <a:latin typeface="Algerian" panose="04020705040A02060702" pitchFamily="82" charset="0"/>
                <a:ea typeface="华文中宋" panose="02010600040101010101" pitchFamily="2" charset="-122"/>
                <a:cs typeface="+mj-cs"/>
              </a:rPr>
              <a:t>	introduction</a:t>
            </a:r>
            <a:endParaRPr lang="zh-CN" altLang="en-US" sz="3600" b="1" dirty="0">
              <a:solidFill>
                <a:schemeClr val="bg2"/>
              </a:solidFill>
              <a:latin typeface="Algerian" panose="04020705040A02060702" pitchFamily="82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" name="任意多边形 8">
            <a:extLst>
              <a:ext uri="{FF2B5EF4-FFF2-40B4-BE49-F238E27FC236}">
                <a16:creationId xmlns:a16="http://schemas.microsoft.com/office/drawing/2014/main" id="{8FC8EF30-1509-62D9-6E7E-4B04E1DDDE0E}"/>
              </a:ext>
            </a:extLst>
          </p:cNvPr>
          <p:cNvSpPr/>
          <p:nvPr/>
        </p:nvSpPr>
        <p:spPr bwMode="auto">
          <a:xfrm>
            <a:off x="5751871" y="2734858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01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17826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602">
              <a:srgbClr val="001540">
                <a:lumMod val="94000"/>
                <a:lumOff val="6000"/>
              </a:srgbClr>
            </a:gs>
            <a:gs pos="93000">
              <a:srgbClr val="002060">
                <a:lumMod val="29000"/>
              </a:srgbClr>
            </a:gs>
            <a:gs pos="20000">
              <a:srgbClr val="002060">
                <a:alpha val="78000"/>
              </a:srgb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A28669B-BF13-E8B8-6038-6B7C05401AC9}"/>
              </a:ext>
            </a:extLst>
          </p:cNvPr>
          <p:cNvSpPr/>
          <p:nvPr/>
        </p:nvSpPr>
        <p:spPr>
          <a:xfrm>
            <a:off x="10160" y="-25400"/>
            <a:ext cx="12192000" cy="6858000"/>
          </a:xfrm>
          <a:prstGeom prst="rect">
            <a:avLst/>
          </a:prstGeom>
          <a:gradFill>
            <a:gsLst>
              <a:gs pos="54602">
                <a:srgbClr val="001540">
                  <a:lumMod val="94000"/>
                  <a:lumOff val="6000"/>
                </a:srgbClr>
              </a:gs>
              <a:gs pos="93000">
                <a:srgbClr val="002060">
                  <a:lumMod val="29000"/>
                </a:srgbClr>
              </a:gs>
              <a:gs pos="20000">
                <a:srgbClr val="002060">
                  <a:alpha val="78000"/>
                </a:srgb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3361A92-79B8-BC7C-4D31-1F78EBC6FBA1}"/>
              </a:ext>
            </a:extLst>
          </p:cNvPr>
          <p:cNvGrpSpPr/>
          <p:nvPr/>
        </p:nvGrpSpPr>
        <p:grpSpPr>
          <a:xfrm>
            <a:off x="-3048000" y="-882650"/>
            <a:ext cx="8293100" cy="8216900"/>
            <a:chOff x="-3048000" y="-882650"/>
            <a:chExt cx="8293100" cy="821690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8C76EBE-A507-93CF-E9F1-00C0C931DEC1}"/>
                </a:ext>
              </a:extLst>
            </p:cNvPr>
            <p:cNvGrpSpPr/>
            <p:nvPr/>
          </p:nvGrpSpPr>
          <p:grpSpPr>
            <a:xfrm>
              <a:off x="-3048000" y="-882650"/>
              <a:ext cx="8293100" cy="8216900"/>
              <a:chOff x="-3048000" y="-882650"/>
              <a:chExt cx="8293100" cy="8216900"/>
            </a:xfrm>
          </p:grpSpPr>
          <p:sp useBgFill="1">
            <p:nvSpPr>
              <p:cNvPr id="24" name="Flowchart: Summing Junction 23">
                <a:extLst>
                  <a:ext uri="{FF2B5EF4-FFF2-40B4-BE49-F238E27FC236}">
                    <a16:creationId xmlns:a16="http://schemas.microsoft.com/office/drawing/2014/main" id="{A4B44F03-E62A-689B-EEF0-602B19D30780}"/>
                  </a:ext>
                </a:extLst>
              </p:cNvPr>
              <p:cNvSpPr/>
              <p:nvPr/>
            </p:nvSpPr>
            <p:spPr>
              <a:xfrm>
                <a:off x="-3048000" y="-882650"/>
                <a:ext cx="8293100" cy="8216900"/>
              </a:xfrm>
              <a:prstGeom prst="flowChartSummingJunction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419100" dist="38100" sx="103000" sy="103000" algn="l" rotWithShape="0">
                  <a:srgbClr val="00206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DBE8C2-BB6C-A769-1196-E75EB783A89F}"/>
                  </a:ext>
                </a:extLst>
              </p:cNvPr>
              <p:cNvSpPr txBox="1"/>
              <p:nvPr/>
            </p:nvSpPr>
            <p:spPr>
              <a:xfrm rot="5400000">
                <a:off x="3238500" y="2564081"/>
                <a:ext cx="1981200" cy="13234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Part 01</a:t>
                </a:r>
                <a:endParaRPr lang="en-CM" sz="4000" b="1" dirty="0">
                  <a:solidFill>
                    <a:schemeClr val="bg1"/>
                  </a:solidFill>
                  <a:latin typeface="Algerian" panose="04020705040A02060702" pitchFamily="8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968FB-E990-ADA2-0040-FB85860A0366}"/>
                  </a:ext>
                </a:extLst>
              </p:cNvPr>
              <p:cNvSpPr txBox="1"/>
              <p:nvPr/>
            </p:nvSpPr>
            <p:spPr>
              <a:xfrm rot="10643651">
                <a:off x="107949" y="5490209"/>
                <a:ext cx="1981200" cy="13234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Part 02</a:t>
                </a:r>
                <a:endParaRPr lang="en-CM" sz="4000" b="1" dirty="0">
                  <a:solidFill>
                    <a:schemeClr val="bg1"/>
                  </a:solidFill>
                  <a:latin typeface="Algerian" panose="04020705040A02060702" pitchFamily="82" charset="0"/>
                </a:endParaRPr>
              </a:p>
            </p:txBody>
          </p:sp>
        </p:grpSp>
        <p:sp useBgFill="1">
          <p:nvSpPr>
            <p:cNvPr id="32" name="Oval 31">
              <a:extLst>
                <a:ext uri="{FF2B5EF4-FFF2-40B4-BE49-F238E27FC236}">
                  <a16:creationId xmlns:a16="http://schemas.microsoft.com/office/drawing/2014/main" id="{448E1FBF-96D6-40F6-4835-B9E9B354CE57}"/>
                </a:ext>
              </a:extLst>
            </p:cNvPr>
            <p:cNvSpPr/>
            <p:nvPr/>
          </p:nvSpPr>
          <p:spPr>
            <a:xfrm>
              <a:off x="-570922" y="1648498"/>
              <a:ext cx="3035300" cy="3035300"/>
            </a:xfrm>
            <a:prstGeom prst="ellipse">
              <a:avLst/>
            </a:prstGeom>
            <a:effectLst>
              <a:outerShdw blurRad="152400" dist="38100" dir="2700000" sx="103000" sy="103000" algn="tl" rotWithShape="0">
                <a:srgbClr val="00206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CA9D639-00D2-EF1F-0B3F-8E175184E103}"/>
                </a:ext>
              </a:extLst>
            </p:cNvPr>
            <p:cNvSpPr txBox="1"/>
            <p:nvPr/>
          </p:nvSpPr>
          <p:spPr>
            <a:xfrm rot="16200000">
              <a:off x="-3020820" y="2741880"/>
              <a:ext cx="1981200" cy="13234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Part 03</a:t>
              </a:r>
              <a:endParaRPr lang="en-CM" sz="4000" b="1" dirty="0">
                <a:solidFill>
                  <a:schemeClr val="bg1"/>
                </a:solidFill>
                <a:latin typeface="Algerian" panose="04020705040A02060702" pitchFamily="82" charset="0"/>
              </a:endParaRPr>
            </a:p>
          </p:txBody>
        </p:sp>
      </p:grpSp>
      <p:sp>
        <p:nvSpPr>
          <p:cNvPr id="56" name="任意多边形 8">
            <a:extLst>
              <a:ext uri="{FF2B5EF4-FFF2-40B4-BE49-F238E27FC236}">
                <a16:creationId xmlns:a16="http://schemas.microsoft.com/office/drawing/2014/main" id="{FB3E2144-76B8-9083-F0C3-EB91E5BF6A43}"/>
              </a:ext>
            </a:extLst>
          </p:cNvPr>
          <p:cNvSpPr/>
          <p:nvPr/>
        </p:nvSpPr>
        <p:spPr bwMode="auto">
          <a:xfrm>
            <a:off x="11040533" y="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01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CCD8DB6-CB91-407C-CDEA-7DAD14988275}"/>
              </a:ext>
            </a:extLst>
          </p:cNvPr>
          <p:cNvGrpSpPr/>
          <p:nvPr/>
        </p:nvGrpSpPr>
        <p:grpSpPr>
          <a:xfrm>
            <a:off x="6042678" y="1358846"/>
            <a:ext cx="5366993" cy="4516473"/>
            <a:chOff x="6042678" y="1358846"/>
            <a:chExt cx="5366993" cy="4516473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731CC11C-B76B-52F5-DA6B-A7F376E36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2678" y="1358846"/>
              <a:ext cx="5086285" cy="1838417"/>
            </a:xfrm>
            <a:prstGeom prst="rect">
              <a:avLst/>
            </a:prstGeom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1" name="Arrow: Pentagon 60">
              <a:extLst>
                <a:ext uri="{FF2B5EF4-FFF2-40B4-BE49-F238E27FC236}">
                  <a16:creationId xmlns:a16="http://schemas.microsoft.com/office/drawing/2014/main" id="{B1F2C745-4340-1A27-8998-9EEB3F2A3010}"/>
                </a:ext>
              </a:extLst>
            </p:cNvPr>
            <p:cNvSpPr/>
            <p:nvPr/>
          </p:nvSpPr>
          <p:spPr>
            <a:xfrm>
              <a:off x="6106160" y="3824012"/>
              <a:ext cx="777222" cy="5461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B358218-B3A5-21FE-E565-13903C2E396E}"/>
                </a:ext>
              </a:extLst>
            </p:cNvPr>
            <p:cNvSpPr txBox="1"/>
            <p:nvPr/>
          </p:nvSpPr>
          <p:spPr>
            <a:xfrm>
              <a:off x="7091671" y="3743119"/>
              <a:ext cx="4318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Algerian" panose="04020705040A02060702" pitchFamily="82" charset="0"/>
                </a:rPr>
                <a:t>20</a:t>
              </a:r>
              <a:r>
                <a:rPr lang="en-US" sz="4000" dirty="0">
                  <a:solidFill>
                    <a:schemeClr val="accent2"/>
                  </a:solidFill>
                  <a:latin typeface="Algerian" panose="04020705040A02060702" pitchFamily="82" charset="0"/>
                </a:rPr>
                <a:t>23</a:t>
              </a:r>
              <a:endParaRPr lang="en-CM" sz="4000" dirty="0">
                <a:solidFill>
                  <a:schemeClr val="accent2"/>
                </a:solidFill>
                <a:latin typeface="Algerian" panose="04020705040A02060702" pitchFamily="82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BDB65E3-5FA2-274C-68D2-1A76F63B512C}"/>
                </a:ext>
              </a:extLst>
            </p:cNvPr>
            <p:cNvGrpSpPr/>
            <p:nvPr/>
          </p:nvGrpSpPr>
          <p:grpSpPr>
            <a:xfrm>
              <a:off x="6096000" y="5228988"/>
              <a:ext cx="5313671" cy="646331"/>
              <a:chOff x="6129029" y="3724415"/>
              <a:chExt cx="5313671" cy="646331"/>
            </a:xfrm>
          </p:grpSpPr>
          <p:sp>
            <p:nvSpPr>
              <p:cNvPr id="65" name="Arrow: Pentagon 64">
                <a:extLst>
                  <a:ext uri="{FF2B5EF4-FFF2-40B4-BE49-F238E27FC236}">
                    <a16:creationId xmlns:a16="http://schemas.microsoft.com/office/drawing/2014/main" id="{8A171A99-E304-8C63-C4B1-079F8A0E1792}"/>
                  </a:ext>
                </a:extLst>
              </p:cNvPr>
              <p:cNvSpPr/>
              <p:nvPr/>
            </p:nvSpPr>
            <p:spPr>
              <a:xfrm>
                <a:off x="6129029" y="3823733"/>
                <a:ext cx="777222" cy="5461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72C2C99-3AF5-C5DE-68B7-08249BAEC191}"/>
                  </a:ext>
                </a:extLst>
              </p:cNvPr>
              <p:cNvSpPr txBox="1"/>
              <p:nvPr/>
            </p:nvSpPr>
            <p:spPr>
              <a:xfrm>
                <a:off x="7124700" y="3724415"/>
                <a:ext cx="431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 err="1">
                    <a:solidFill>
                      <a:schemeClr val="bg1"/>
                    </a:solidFill>
                    <a:latin typeface="Algerian" panose="04020705040A02060702" pitchFamily="82" charset="0"/>
                  </a:rPr>
                  <a:t>Mr</a:t>
                </a:r>
                <a:r>
                  <a:rPr lang="en-US" sz="36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 ASANE DERICK</a:t>
                </a:r>
                <a:endParaRPr lang="en-CM" sz="3600" dirty="0">
                  <a:solidFill>
                    <a:schemeClr val="accent2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1E33B474-EED7-D565-1D04-65B1822667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591" y="7459349"/>
            <a:ext cx="6356457" cy="3990442"/>
          </a:xfrm>
          <a:prstGeom prst="rect">
            <a:avLst/>
          </a:prstGeom>
          <a:effectLst>
            <a:outerShdw blurRad="254000" dist="38100" dir="5400000" algn="t" rotWithShape="0">
              <a:prstClr val="black"/>
            </a:outerShdw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46874286-ACFB-19A0-1F3D-8C4136A4A7AC}"/>
              </a:ext>
            </a:extLst>
          </p:cNvPr>
          <p:cNvGrpSpPr/>
          <p:nvPr/>
        </p:nvGrpSpPr>
        <p:grpSpPr>
          <a:xfrm>
            <a:off x="5824721" y="-5688791"/>
            <a:ext cx="5366993" cy="4516473"/>
            <a:chOff x="6042678" y="1358846"/>
            <a:chExt cx="5366993" cy="4516473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2C054CE-4899-BBB3-9754-E2A030BB5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2678" y="1358846"/>
              <a:ext cx="5086285" cy="1838417"/>
            </a:xfrm>
            <a:prstGeom prst="rect">
              <a:avLst/>
            </a:prstGeom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3" name="Arrow: Pentagon 72">
              <a:extLst>
                <a:ext uri="{FF2B5EF4-FFF2-40B4-BE49-F238E27FC236}">
                  <a16:creationId xmlns:a16="http://schemas.microsoft.com/office/drawing/2014/main" id="{86624DCD-B9E4-4773-EE9D-D8569A7EA7A1}"/>
                </a:ext>
              </a:extLst>
            </p:cNvPr>
            <p:cNvSpPr/>
            <p:nvPr/>
          </p:nvSpPr>
          <p:spPr>
            <a:xfrm>
              <a:off x="6106160" y="3824012"/>
              <a:ext cx="777222" cy="5461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3F2BDD4-BC5E-19CA-ACD5-E4358A2172D1}"/>
                </a:ext>
              </a:extLst>
            </p:cNvPr>
            <p:cNvSpPr txBox="1"/>
            <p:nvPr/>
          </p:nvSpPr>
          <p:spPr>
            <a:xfrm>
              <a:off x="7091671" y="3743119"/>
              <a:ext cx="4318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Algerian" panose="04020705040A02060702" pitchFamily="82" charset="0"/>
                </a:rPr>
                <a:t>20</a:t>
              </a:r>
              <a:r>
                <a:rPr lang="en-US" sz="4000" dirty="0">
                  <a:solidFill>
                    <a:schemeClr val="accent2"/>
                  </a:solidFill>
                  <a:latin typeface="Algerian" panose="04020705040A02060702" pitchFamily="82" charset="0"/>
                </a:rPr>
                <a:t>23</a:t>
              </a:r>
              <a:endParaRPr lang="en-CM" sz="4000" dirty="0">
                <a:solidFill>
                  <a:schemeClr val="accent2"/>
                </a:solidFill>
                <a:latin typeface="Algerian" panose="04020705040A02060702" pitchFamily="8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7CDC761-606E-E1B2-3637-7AE14910C23F}"/>
                </a:ext>
              </a:extLst>
            </p:cNvPr>
            <p:cNvGrpSpPr/>
            <p:nvPr/>
          </p:nvGrpSpPr>
          <p:grpSpPr>
            <a:xfrm>
              <a:off x="6096000" y="5228988"/>
              <a:ext cx="5313671" cy="646331"/>
              <a:chOff x="6129029" y="3724415"/>
              <a:chExt cx="5313671" cy="646331"/>
            </a:xfrm>
          </p:grpSpPr>
          <p:sp>
            <p:nvSpPr>
              <p:cNvPr id="76" name="Arrow: Pentagon 75">
                <a:extLst>
                  <a:ext uri="{FF2B5EF4-FFF2-40B4-BE49-F238E27FC236}">
                    <a16:creationId xmlns:a16="http://schemas.microsoft.com/office/drawing/2014/main" id="{280B5944-1253-A11A-C745-D0D979B7A9DA}"/>
                  </a:ext>
                </a:extLst>
              </p:cNvPr>
              <p:cNvSpPr/>
              <p:nvPr/>
            </p:nvSpPr>
            <p:spPr>
              <a:xfrm>
                <a:off x="6129029" y="3823733"/>
                <a:ext cx="777222" cy="5461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16B8C5F-77D9-6574-FF19-33A54E0559F0}"/>
                  </a:ext>
                </a:extLst>
              </p:cNvPr>
              <p:cNvSpPr txBox="1"/>
              <p:nvPr/>
            </p:nvSpPr>
            <p:spPr>
              <a:xfrm>
                <a:off x="7124700" y="3724415"/>
                <a:ext cx="431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 err="1">
                    <a:solidFill>
                      <a:schemeClr val="bg1"/>
                    </a:solidFill>
                    <a:latin typeface="Algerian" panose="04020705040A02060702" pitchFamily="82" charset="0"/>
                  </a:rPr>
                  <a:t>Mr</a:t>
                </a:r>
                <a:r>
                  <a:rPr lang="en-US" sz="36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 ASANE DERICK</a:t>
                </a:r>
                <a:endParaRPr lang="en-CM" sz="3600" dirty="0">
                  <a:solidFill>
                    <a:schemeClr val="accent2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4729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602">
              <a:srgbClr val="001540">
                <a:lumMod val="94000"/>
                <a:lumOff val="6000"/>
              </a:srgbClr>
            </a:gs>
            <a:gs pos="93000">
              <a:srgbClr val="002060">
                <a:lumMod val="29000"/>
              </a:srgbClr>
            </a:gs>
            <a:gs pos="20000">
              <a:srgbClr val="002060">
                <a:alpha val="78000"/>
              </a:srgb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20F77-7F8C-2621-A538-71C99D6D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939DE9E-C9F7-7CB9-AD18-C39172BBB7FB}"/>
              </a:ext>
            </a:extLst>
          </p:cNvPr>
          <p:cNvSpPr/>
          <p:nvPr/>
        </p:nvSpPr>
        <p:spPr>
          <a:xfrm>
            <a:off x="10160" y="-25400"/>
            <a:ext cx="12192000" cy="6858000"/>
          </a:xfrm>
          <a:prstGeom prst="rect">
            <a:avLst/>
          </a:prstGeom>
          <a:gradFill>
            <a:gsLst>
              <a:gs pos="54602">
                <a:srgbClr val="001540">
                  <a:lumMod val="94000"/>
                  <a:lumOff val="6000"/>
                </a:srgbClr>
              </a:gs>
              <a:gs pos="93000">
                <a:srgbClr val="002060">
                  <a:lumMod val="29000"/>
                </a:srgbClr>
              </a:gs>
              <a:gs pos="20000">
                <a:srgbClr val="002060">
                  <a:alpha val="78000"/>
                </a:srgb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6E32A6D-6318-2618-C6AC-EB0104666FEA}"/>
              </a:ext>
            </a:extLst>
          </p:cNvPr>
          <p:cNvGrpSpPr/>
          <p:nvPr/>
        </p:nvGrpSpPr>
        <p:grpSpPr>
          <a:xfrm rot="-5400000">
            <a:off x="-3048000" y="-882650"/>
            <a:ext cx="8293100" cy="8216900"/>
            <a:chOff x="-3048000" y="-882650"/>
            <a:chExt cx="8293100" cy="821690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2378E94-1E01-DBF6-1AE1-EEBCFAF9F79E}"/>
                </a:ext>
              </a:extLst>
            </p:cNvPr>
            <p:cNvGrpSpPr/>
            <p:nvPr/>
          </p:nvGrpSpPr>
          <p:grpSpPr>
            <a:xfrm>
              <a:off x="-3048000" y="-882650"/>
              <a:ext cx="8293100" cy="8216900"/>
              <a:chOff x="-3048000" y="-882650"/>
              <a:chExt cx="8293100" cy="8216900"/>
            </a:xfrm>
          </p:grpSpPr>
          <p:sp useBgFill="1">
            <p:nvSpPr>
              <p:cNvPr id="24" name="Flowchart: Summing Junction 23">
                <a:extLst>
                  <a:ext uri="{FF2B5EF4-FFF2-40B4-BE49-F238E27FC236}">
                    <a16:creationId xmlns:a16="http://schemas.microsoft.com/office/drawing/2014/main" id="{8929031D-0681-F41E-922D-4F8B87CE244B}"/>
                  </a:ext>
                </a:extLst>
              </p:cNvPr>
              <p:cNvSpPr/>
              <p:nvPr/>
            </p:nvSpPr>
            <p:spPr>
              <a:xfrm>
                <a:off x="-3048000" y="-882650"/>
                <a:ext cx="8293100" cy="8216900"/>
              </a:xfrm>
              <a:prstGeom prst="flowChartSummingJunction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419100" dist="38100" sx="103000" sy="103000" algn="l" rotWithShape="0">
                  <a:srgbClr val="00206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030186-4589-9DEF-8484-F63C07C4CBCB}"/>
                  </a:ext>
                </a:extLst>
              </p:cNvPr>
              <p:cNvSpPr txBox="1"/>
              <p:nvPr/>
            </p:nvSpPr>
            <p:spPr>
              <a:xfrm rot="5400000">
                <a:off x="3238500" y="2564081"/>
                <a:ext cx="1981200" cy="13234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Part 01</a:t>
                </a:r>
                <a:endParaRPr lang="en-CM" sz="4000" b="1" dirty="0">
                  <a:solidFill>
                    <a:schemeClr val="bg1"/>
                  </a:solidFill>
                  <a:latin typeface="Algerian" panose="04020705040A02060702" pitchFamily="8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A97CBA-829B-8CB2-B826-6760078BAD7E}"/>
                  </a:ext>
                </a:extLst>
              </p:cNvPr>
              <p:cNvSpPr txBox="1"/>
              <p:nvPr/>
            </p:nvSpPr>
            <p:spPr>
              <a:xfrm rot="10643651">
                <a:off x="107949" y="5490209"/>
                <a:ext cx="1981200" cy="13234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Part 02</a:t>
                </a:r>
                <a:endParaRPr lang="en-CM" sz="4000" b="1" dirty="0">
                  <a:solidFill>
                    <a:schemeClr val="bg1"/>
                  </a:solidFill>
                  <a:latin typeface="Algerian" panose="04020705040A02060702" pitchFamily="82" charset="0"/>
                </a:endParaRPr>
              </a:p>
            </p:txBody>
          </p:sp>
        </p:grpSp>
        <p:sp useBgFill="1">
          <p:nvSpPr>
            <p:cNvPr id="32" name="Oval 31">
              <a:extLst>
                <a:ext uri="{FF2B5EF4-FFF2-40B4-BE49-F238E27FC236}">
                  <a16:creationId xmlns:a16="http://schemas.microsoft.com/office/drawing/2014/main" id="{A7AF664B-71C3-BAF5-E63F-3B9A33225755}"/>
                </a:ext>
              </a:extLst>
            </p:cNvPr>
            <p:cNvSpPr/>
            <p:nvPr/>
          </p:nvSpPr>
          <p:spPr>
            <a:xfrm>
              <a:off x="-570922" y="1648498"/>
              <a:ext cx="3035300" cy="3035300"/>
            </a:xfrm>
            <a:prstGeom prst="ellipse">
              <a:avLst/>
            </a:prstGeom>
            <a:effectLst>
              <a:outerShdw blurRad="152400" dist="38100" dir="2700000" sx="103000" sy="103000" algn="tl" rotWithShape="0">
                <a:srgbClr val="00206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ECC7272-2064-D349-007F-51E56F406EB2}"/>
                </a:ext>
              </a:extLst>
            </p:cNvPr>
            <p:cNvSpPr txBox="1"/>
            <p:nvPr/>
          </p:nvSpPr>
          <p:spPr>
            <a:xfrm rot="16200000">
              <a:off x="-3020820" y="2741880"/>
              <a:ext cx="1981200" cy="13234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Part 03</a:t>
              </a:r>
              <a:endParaRPr lang="en-CM" sz="4000" b="1" dirty="0">
                <a:solidFill>
                  <a:schemeClr val="bg1"/>
                </a:solidFill>
                <a:latin typeface="Algerian" panose="04020705040A02060702" pitchFamily="82" charset="0"/>
              </a:endParaRPr>
            </a:p>
          </p:txBody>
        </p:sp>
      </p:grpSp>
      <p:sp>
        <p:nvSpPr>
          <p:cNvPr id="56" name="任意多边形 8">
            <a:extLst>
              <a:ext uri="{FF2B5EF4-FFF2-40B4-BE49-F238E27FC236}">
                <a16:creationId xmlns:a16="http://schemas.microsoft.com/office/drawing/2014/main" id="{BFEBD407-780F-51A6-BF6A-750E406870F2}"/>
              </a:ext>
            </a:extLst>
          </p:cNvPr>
          <p:cNvSpPr/>
          <p:nvPr/>
        </p:nvSpPr>
        <p:spPr bwMode="auto">
          <a:xfrm>
            <a:off x="11040533" y="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01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4F026A-385B-4CA9-A416-F1628EC5F08B}"/>
              </a:ext>
            </a:extLst>
          </p:cNvPr>
          <p:cNvGrpSpPr/>
          <p:nvPr/>
        </p:nvGrpSpPr>
        <p:grpSpPr>
          <a:xfrm>
            <a:off x="5207001" y="-5884898"/>
            <a:ext cx="5400022" cy="4516473"/>
            <a:chOff x="6042678" y="1164293"/>
            <a:chExt cx="5400022" cy="45164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C81EA5-1DC1-0199-F4F0-ED3757752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2678" y="1164293"/>
              <a:ext cx="5086285" cy="1838417"/>
            </a:xfrm>
            <a:prstGeom prst="rect">
              <a:avLst/>
            </a:prstGeom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8D40E2D-2C84-C7BD-D7E1-2702DF759A69}"/>
                </a:ext>
              </a:extLst>
            </p:cNvPr>
            <p:cNvGrpSpPr/>
            <p:nvPr/>
          </p:nvGrpSpPr>
          <p:grpSpPr>
            <a:xfrm>
              <a:off x="6129029" y="3724415"/>
              <a:ext cx="5313671" cy="707886"/>
              <a:chOff x="6129029" y="3724415"/>
              <a:chExt cx="5313671" cy="707886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B904120C-3374-1D6F-5B93-BD1DA2A58B80}"/>
                  </a:ext>
                </a:extLst>
              </p:cNvPr>
              <p:cNvSpPr/>
              <p:nvPr/>
            </p:nvSpPr>
            <p:spPr>
              <a:xfrm>
                <a:off x="6129029" y="3823733"/>
                <a:ext cx="777222" cy="5461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D49D62-8F54-15C0-A9A8-553472E5F800}"/>
                  </a:ext>
                </a:extLst>
              </p:cNvPr>
              <p:cNvSpPr txBox="1"/>
              <p:nvPr/>
            </p:nvSpPr>
            <p:spPr>
              <a:xfrm>
                <a:off x="7124700" y="3724415"/>
                <a:ext cx="4318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20</a:t>
                </a:r>
                <a:r>
                  <a:rPr lang="en-US" sz="4000" dirty="0">
                    <a:solidFill>
                      <a:schemeClr val="accent2"/>
                    </a:solidFill>
                    <a:latin typeface="Algerian" panose="04020705040A02060702" pitchFamily="82" charset="0"/>
                  </a:rPr>
                  <a:t>23</a:t>
                </a:r>
                <a:endParaRPr lang="en-CM" sz="4000" dirty="0">
                  <a:solidFill>
                    <a:schemeClr val="accent2"/>
                  </a:solidFill>
                  <a:latin typeface="Algerian" panose="04020705040A02060702" pitchFamily="8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8A2B14C-3002-9A2B-EC44-70CFB4E15E72}"/>
                </a:ext>
              </a:extLst>
            </p:cNvPr>
            <p:cNvGrpSpPr/>
            <p:nvPr/>
          </p:nvGrpSpPr>
          <p:grpSpPr>
            <a:xfrm>
              <a:off x="6096000" y="5034435"/>
              <a:ext cx="5313671" cy="646331"/>
              <a:chOff x="6129029" y="3724415"/>
              <a:chExt cx="5313671" cy="646331"/>
            </a:xfrm>
          </p:grpSpPr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EEDD755A-C9C7-D62E-3733-5ADF525A3A9F}"/>
                  </a:ext>
                </a:extLst>
              </p:cNvPr>
              <p:cNvSpPr/>
              <p:nvPr/>
            </p:nvSpPr>
            <p:spPr>
              <a:xfrm>
                <a:off x="6129029" y="3823733"/>
                <a:ext cx="777222" cy="5461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8C6DB1-B7C0-9EE5-88C5-FCDBCD52B572}"/>
                  </a:ext>
                </a:extLst>
              </p:cNvPr>
              <p:cNvSpPr txBox="1"/>
              <p:nvPr/>
            </p:nvSpPr>
            <p:spPr>
              <a:xfrm>
                <a:off x="7124700" y="3724415"/>
                <a:ext cx="431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 err="1">
                    <a:solidFill>
                      <a:schemeClr val="bg1"/>
                    </a:solidFill>
                    <a:latin typeface="Algerian" panose="04020705040A02060702" pitchFamily="82" charset="0"/>
                  </a:rPr>
                  <a:t>Mr</a:t>
                </a:r>
                <a:r>
                  <a:rPr lang="en-US" sz="36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 ASANE DERICK</a:t>
                </a:r>
                <a:endParaRPr lang="en-CM" sz="3600" dirty="0">
                  <a:solidFill>
                    <a:schemeClr val="accent2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4C2FC52-FC4C-4BE1-23A1-046F485D3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591" y="1859972"/>
            <a:ext cx="6356457" cy="3990442"/>
          </a:xfrm>
          <a:prstGeom prst="rect">
            <a:avLst/>
          </a:prstGeom>
          <a:effectLst>
            <a:outerShdw blurRad="254000" dist="38100" dir="5400000" algn="t" rotWithShape="0">
              <a:prstClr val="black"/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9FF9ADD-BC96-CBF2-CCB2-2DAB87DBDED8}"/>
              </a:ext>
            </a:extLst>
          </p:cNvPr>
          <p:cNvGrpSpPr/>
          <p:nvPr/>
        </p:nvGrpSpPr>
        <p:grpSpPr>
          <a:xfrm>
            <a:off x="6314246" y="7372351"/>
            <a:ext cx="3619041" cy="4793211"/>
            <a:chOff x="6642559" y="1220080"/>
            <a:chExt cx="3619041" cy="4793211"/>
          </a:xfrm>
        </p:grpSpPr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F8B59A26-F033-E6CC-DD2F-DB4231FDE6CD}"/>
                </a:ext>
              </a:extLst>
            </p:cNvPr>
            <p:cNvSpPr/>
            <p:nvPr/>
          </p:nvSpPr>
          <p:spPr>
            <a:xfrm>
              <a:off x="6642559" y="4803102"/>
              <a:ext cx="777222" cy="5461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2684928-451A-E5A1-7240-3BD664BBB400}"/>
                </a:ext>
              </a:extLst>
            </p:cNvPr>
            <p:cNvGrpSpPr/>
            <p:nvPr/>
          </p:nvGrpSpPr>
          <p:grpSpPr>
            <a:xfrm>
              <a:off x="6642559" y="1220080"/>
              <a:ext cx="3619041" cy="2065372"/>
              <a:chOff x="6642559" y="1220080"/>
              <a:chExt cx="3619041" cy="2065372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E0A20E9C-884F-B729-8FB5-1197EED06D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58500" y="1220080"/>
                <a:ext cx="2703100" cy="2065372"/>
              </a:xfrm>
              <a:prstGeom prst="rect">
                <a:avLst/>
              </a:prstGeom>
              <a:effectLst>
                <a:outerShdw blurRad="190500" dist="38100" dir="5400000" algn="t" rotWithShape="0">
                  <a:prstClr val="black">
                    <a:alpha val="25000"/>
                  </a:prstClr>
                </a:outerShdw>
              </a:effectLst>
            </p:spPr>
          </p:pic>
          <p:sp>
            <p:nvSpPr>
              <p:cNvPr id="21" name="Arrow: Pentagon 20">
                <a:extLst>
                  <a:ext uri="{FF2B5EF4-FFF2-40B4-BE49-F238E27FC236}">
                    <a16:creationId xmlns:a16="http://schemas.microsoft.com/office/drawing/2014/main" id="{56B7FD7B-30F3-E2D6-6CD2-F8B79BDF71B7}"/>
                  </a:ext>
                </a:extLst>
              </p:cNvPr>
              <p:cNvSpPr/>
              <p:nvPr/>
            </p:nvSpPr>
            <p:spPr>
              <a:xfrm>
                <a:off x="6642559" y="1979716"/>
                <a:ext cx="777222" cy="5461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905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FD79F9-7674-4E08-03EA-7DFB69603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7268" y="4104761"/>
              <a:ext cx="1908530" cy="1908530"/>
            </a:xfrm>
            <a:prstGeom prst="rect">
              <a:avLst/>
            </a:prstGeom>
            <a:effectLst>
              <a:outerShdw blurRad="190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4983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602">
              <a:srgbClr val="001540">
                <a:lumMod val="94000"/>
                <a:lumOff val="6000"/>
              </a:srgbClr>
            </a:gs>
            <a:gs pos="93000">
              <a:srgbClr val="002060">
                <a:lumMod val="29000"/>
              </a:srgbClr>
            </a:gs>
            <a:gs pos="20000">
              <a:srgbClr val="002060">
                <a:alpha val="78000"/>
              </a:srgb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88EFD-6D2F-C1FB-B0D4-862A588D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2043272-CB2D-F36A-E9CF-82CB79359A3D}"/>
              </a:ext>
            </a:extLst>
          </p:cNvPr>
          <p:cNvSpPr/>
          <p:nvPr/>
        </p:nvSpPr>
        <p:spPr>
          <a:xfrm>
            <a:off x="10160" y="-25400"/>
            <a:ext cx="12192000" cy="6858000"/>
          </a:xfrm>
          <a:prstGeom prst="rect">
            <a:avLst/>
          </a:prstGeom>
          <a:gradFill>
            <a:gsLst>
              <a:gs pos="54602">
                <a:srgbClr val="001540">
                  <a:lumMod val="94000"/>
                  <a:lumOff val="6000"/>
                </a:srgbClr>
              </a:gs>
              <a:gs pos="93000">
                <a:srgbClr val="002060">
                  <a:lumMod val="29000"/>
                </a:srgbClr>
              </a:gs>
              <a:gs pos="20000">
                <a:srgbClr val="002060">
                  <a:alpha val="78000"/>
                </a:srgb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95BA873-D6F9-ABCB-3C78-58012A7BBD93}"/>
              </a:ext>
            </a:extLst>
          </p:cNvPr>
          <p:cNvGrpSpPr/>
          <p:nvPr/>
        </p:nvGrpSpPr>
        <p:grpSpPr>
          <a:xfrm rot="-10800000">
            <a:off x="-3048000" y="-882650"/>
            <a:ext cx="8293100" cy="8216900"/>
            <a:chOff x="-3048000" y="-882650"/>
            <a:chExt cx="8293100" cy="821690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3381768-6DAF-CDC1-B271-37EC533F52B7}"/>
                </a:ext>
              </a:extLst>
            </p:cNvPr>
            <p:cNvGrpSpPr/>
            <p:nvPr/>
          </p:nvGrpSpPr>
          <p:grpSpPr>
            <a:xfrm>
              <a:off x="-3048000" y="-882650"/>
              <a:ext cx="8293100" cy="8216900"/>
              <a:chOff x="-3048000" y="-882650"/>
              <a:chExt cx="8293100" cy="8216900"/>
            </a:xfrm>
          </p:grpSpPr>
          <p:sp useBgFill="1">
            <p:nvSpPr>
              <p:cNvPr id="24" name="Flowchart: Summing Junction 23">
                <a:extLst>
                  <a:ext uri="{FF2B5EF4-FFF2-40B4-BE49-F238E27FC236}">
                    <a16:creationId xmlns:a16="http://schemas.microsoft.com/office/drawing/2014/main" id="{0BC8F077-7523-B632-F6B6-CD2BE6294252}"/>
                  </a:ext>
                </a:extLst>
              </p:cNvPr>
              <p:cNvSpPr/>
              <p:nvPr/>
            </p:nvSpPr>
            <p:spPr>
              <a:xfrm>
                <a:off x="-3048000" y="-882650"/>
                <a:ext cx="8293100" cy="8216900"/>
              </a:xfrm>
              <a:prstGeom prst="flowChartSummingJunction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419100" dist="38100" sx="103000" sy="103000" algn="l" rotWithShape="0">
                  <a:srgbClr val="00206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68A3FD-B869-B55A-B157-22FE56575120}"/>
                  </a:ext>
                </a:extLst>
              </p:cNvPr>
              <p:cNvSpPr txBox="1"/>
              <p:nvPr/>
            </p:nvSpPr>
            <p:spPr>
              <a:xfrm rot="5400000">
                <a:off x="3238500" y="2564081"/>
                <a:ext cx="1981200" cy="13234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Part 01</a:t>
                </a:r>
                <a:endParaRPr lang="en-CM" sz="4000" b="1" dirty="0">
                  <a:solidFill>
                    <a:schemeClr val="bg1"/>
                  </a:solidFill>
                  <a:latin typeface="Algerian" panose="04020705040A02060702" pitchFamily="8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6333F7-01A6-10D6-AAAF-EB8C1E7D5A3F}"/>
                  </a:ext>
                </a:extLst>
              </p:cNvPr>
              <p:cNvSpPr txBox="1"/>
              <p:nvPr/>
            </p:nvSpPr>
            <p:spPr>
              <a:xfrm rot="10643651">
                <a:off x="107949" y="5490209"/>
                <a:ext cx="1981200" cy="132343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Part 02</a:t>
                </a:r>
                <a:endParaRPr lang="en-CM" sz="4000" b="1" dirty="0">
                  <a:solidFill>
                    <a:schemeClr val="bg1"/>
                  </a:solidFill>
                  <a:latin typeface="Algerian" panose="04020705040A02060702" pitchFamily="82" charset="0"/>
                </a:endParaRPr>
              </a:p>
            </p:txBody>
          </p:sp>
        </p:grpSp>
        <p:sp useBgFill="1">
          <p:nvSpPr>
            <p:cNvPr id="32" name="Oval 31">
              <a:extLst>
                <a:ext uri="{FF2B5EF4-FFF2-40B4-BE49-F238E27FC236}">
                  <a16:creationId xmlns:a16="http://schemas.microsoft.com/office/drawing/2014/main" id="{58AB88A0-23F5-1156-0DBB-20EB89EF65B3}"/>
                </a:ext>
              </a:extLst>
            </p:cNvPr>
            <p:cNvSpPr/>
            <p:nvPr/>
          </p:nvSpPr>
          <p:spPr>
            <a:xfrm>
              <a:off x="-570922" y="1648498"/>
              <a:ext cx="3035300" cy="3035300"/>
            </a:xfrm>
            <a:prstGeom prst="ellipse">
              <a:avLst/>
            </a:prstGeom>
            <a:effectLst>
              <a:outerShdw blurRad="152400" dist="38100" dir="2700000" sx="103000" sy="103000" algn="tl" rotWithShape="0">
                <a:srgbClr val="00206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56F5A0-4F2B-2C12-8D2B-684D7D415332}"/>
                </a:ext>
              </a:extLst>
            </p:cNvPr>
            <p:cNvSpPr txBox="1"/>
            <p:nvPr/>
          </p:nvSpPr>
          <p:spPr>
            <a:xfrm rot="16200000">
              <a:off x="-3020820" y="2741880"/>
              <a:ext cx="1981200" cy="13234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Algerian" panose="04020705040A02060702" pitchFamily="82" charset="0"/>
                </a:rPr>
                <a:t>Part 03</a:t>
              </a:r>
              <a:endParaRPr lang="en-CM" sz="4000" b="1" dirty="0">
                <a:solidFill>
                  <a:schemeClr val="bg1"/>
                </a:solidFill>
                <a:latin typeface="Algerian" panose="04020705040A02060702" pitchFamily="82" charset="0"/>
              </a:endParaRPr>
            </a:p>
          </p:txBody>
        </p:sp>
      </p:grpSp>
      <p:sp>
        <p:nvSpPr>
          <p:cNvPr id="56" name="任意多边形 8">
            <a:extLst>
              <a:ext uri="{FF2B5EF4-FFF2-40B4-BE49-F238E27FC236}">
                <a16:creationId xmlns:a16="http://schemas.microsoft.com/office/drawing/2014/main" id="{CCDDCCBC-6B1B-CD22-04EE-75CEB1F52109}"/>
              </a:ext>
            </a:extLst>
          </p:cNvPr>
          <p:cNvSpPr/>
          <p:nvPr/>
        </p:nvSpPr>
        <p:spPr bwMode="auto">
          <a:xfrm>
            <a:off x="11040533" y="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01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3E995-18F0-40D8-E6AB-EA43B03B1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040" y="-4517493"/>
            <a:ext cx="6356457" cy="399044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EF61970-DC3A-A01C-71D4-652D0ADA4E3A}"/>
              </a:ext>
            </a:extLst>
          </p:cNvPr>
          <p:cNvGrpSpPr/>
          <p:nvPr/>
        </p:nvGrpSpPr>
        <p:grpSpPr>
          <a:xfrm>
            <a:off x="6642559" y="1220080"/>
            <a:ext cx="3619041" cy="5326592"/>
            <a:chOff x="6642559" y="1220080"/>
            <a:chExt cx="3619041" cy="5326592"/>
          </a:xfrm>
        </p:grpSpPr>
        <p:sp>
          <p:nvSpPr>
            <p:cNvPr id="7" name="Arrow: Pentagon 6">
              <a:extLst>
                <a:ext uri="{FF2B5EF4-FFF2-40B4-BE49-F238E27FC236}">
                  <a16:creationId xmlns:a16="http://schemas.microsoft.com/office/drawing/2014/main" id="{EC22DE48-B7D7-4656-1E67-94F7CC77E9CF}"/>
                </a:ext>
              </a:extLst>
            </p:cNvPr>
            <p:cNvSpPr/>
            <p:nvPr/>
          </p:nvSpPr>
          <p:spPr>
            <a:xfrm>
              <a:off x="6642559" y="4803102"/>
              <a:ext cx="777222" cy="5461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08F4B64-3699-B79F-9C97-A2AAC990BBA4}"/>
                </a:ext>
              </a:extLst>
            </p:cNvPr>
            <p:cNvGrpSpPr/>
            <p:nvPr/>
          </p:nvGrpSpPr>
          <p:grpSpPr>
            <a:xfrm>
              <a:off x="6642559" y="1220080"/>
              <a:ext cx="3619041" cy="2065372"/>
              <a:chOff x="6642559" y="1220080"/>
              <a:chExt cx="3619041" cy="206537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559839F-BC8C-9B35-9F60-96FC52730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58500" y="1220080"/>
                <a:ext cx="2703100" cy="2065372"/>
              </a:xfrm>
              <a:prstGeom prst="rect">
                <a:avLst/>
              </a:prstGeom>
              <a:effectLst>
                <a:outerShdw blurRad="190500" dist="38100" dir="5400000" algn="t" rotWithShape="0">
                  <a:prstClr val="black">
                    <a:alpha val="25000"/>
                  </a:prstClr>
                </a:outerShdw>
              </a:effectLst>
            </p:spPr>
          </p:pic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9FBAB01-9C7A-BA97-64DD-7DD45B6509DA}"/>
                  </a:ext>
                </a:extLst>
              </p:cNvPr>
              <p:cNvSpPr/>
              <p:nvPr/>
            </p:nvSpPr>
            <p:spPr>
              <a:xfrm>
                <a:off x="6642559" y="1979716"/>
                <a:ext cx="777222" cy="5461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905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AB6BE9-0AFB-4396-B292-726756C6E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7268" y="4104761"/>
              <a:ext cx="1908530" cy="1908530"/>
            </a:xfrm>
            <a:prstGeom prst="rect">
              <a:avLst/>
            </a:prstGeom>
            <a:effectLst>
              <a:outerShdw blurRad="190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166F7-F3F7-7E10-9452-CD73AD534959}"/>
                </a:ext>
              </a:extLst>
            </p:cNvPr>
            <p:cNvSpPr txBox="1"/>
            <p:nvPr/>
          </p:nvSpPr>
          <p:spPr>
            <a:xfrm>
              <a:off x="7995920" y="3429000"/>
              <a:ext cx="22656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2"/>
                  </a:solidFill>
                </a:rPr>
                <a:t>Shaderl Stock</a:t>
              </a:r>
              <a:endParaRPr lang="en-CM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348CA-ED5D-2496-EE72-F7221C7DACAF}"/>
                </a:ext>
              </a:extLst>
            </p:cNvPr>
            <p:cNvSpPr txBox="1"/>
            <p:nvPr/>
          </p:nvSpPr>
          <p:spPr>
            <a:xfrm>
              <a:off x="7995920" y="6023452"/>
              <a:ext cx="22656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2"/>
                  </a:solidFill>
                </a:rPr>
                <a:t>Shaderl Algo </a:t>
              </a:r>
              <a:endParaRPr lang="en-CM" sz="28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0235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85CA75-CA34-22BA-ED67-BE085A7E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810BCC-8CC3-A972-C83F-CF097635CE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002060">
                  <a:lumMod val="29000"/>
                </a:srgbClr>
              </a:gs>
              <a:gs pos="95000">
                <a:srgbClr val="002060">
                  <a:alpha val="78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758083D7-DFC5-8608-32E7-6BCF4422369A}"/>
              </a:ext>
            </a:extLst>
          </p:cNvPr>
          <p:cNvSpPr/>
          <p:nvPr/>
        </p:nvSpPr>
        <p:spPr>
          <a:xfrm>
            <a:off x="4846320" y="2866026"/>
            <a:ext cx="7434171" cy="1257117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116000" tIns="0" bIns="3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2"/>
                </a:solidFill>
                <a:latin typeface="Algerian" panose="04020705040A02060702" pitchFamily="82" charset="0"/>
                <a:ea typeface="华文中宋" panose="02010600040101010101" pitchFamily="2" charset="-122"/>
                <a:cs typeface="+mj-cs"/>
              </a:rPr>
              <a:t>Context And Problematic </a:t>
            </a:r>
            <a:endParaRPr lang="zh-CN" altLang="en-US" sz="3600" b="1" dirty="0">
              <a:solidFill>
                <a:schemeClr val="bg2"/>
              </a:solidFill>
              <a:latin typeface="Algerian" panose="04020705040A02060702" pitchFamily="82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" name="任意多边形 8">
            <a:extLst>
              <a:ext uri="{FF2B5EF4-FFF2-40B4-BE49-F238E27FC236}">
                <a16:creationId xmlns:a16="http://schemas.microsoft.com/office/drawing/2014/main" id="{2B22C58F-433F-FC70-2860-FB0842750005}"/>
              </a:ext>
            </a:extLst>
          </p:cNvPr>
          <p:cNvSpPr/>
          <p:nvPr/>
        </p:nvSpPr>
        <p:spPr bwMode="auto">
          <a:xfrm>
            <a:off x="4995333" y="2745018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5741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5417833B-B4A3-B795-CFCF-FDDEC7786586}"/>
              </a:ext>
            </a:extLst>
          </p:cNvPr>
          <p:cNvSpPr/>
          <p:nvPr/>
        </p:nvSpPr>
        <p:spPr>
          <a:xfrm>
            <a:off x="9418320" y="-1475740"/>
            <a:ext cx="5029200" cy="5029200"/>
          </a:xfrm>
          <a:prstGeom prst="ellipse">
            <a:avLst/>
          </a:prstGeom>
          <a:solidFill>
            <a:srgbClr val="00B050">
              <a:alpha val="45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AB7ED670-6EB2-9205-DA62-DA245FEC9819}"/>
              </a:ext>
            </a:extLst>
          </p:cNvPr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0B050">
              <a:alpha val="40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FA271B1-D5DD-7D3C-C0B6-7AB102CF4A6F}"/>
              </a:ext>
            </a:extLst>
          </p:cNvPr>
          <p:cNvSpPr/>
          <p:nvPr/>
        </p:nvSpPr>
        <p:spPr>
          <a:xfrm>
            <a:off x="3083560" y="3017520"/>
            <a:ext cx="602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spc="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9600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8573FBF0-18FC-9AC7-6AB6-E35EDE9F9EB6}"/>
              </a:ext>
            </a:extLst>
          </p:cNvPr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710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000">
              <a:schemeClr val="bg2">
                <a:lumMod val="90000"/>
              </a:schemeClr>
            </a:gs>
            <a:gs pos="95000">
              <a:schemeClr val="bg2"/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75E696-25DC-D276-50A1-019F22ACE915}"/>
              </a:ext>
            </a:extLst>
          </p:cNvPr>
          <p:cNvGrpSpPr/>
          <p:nvPr/>
        </p:nvGrpSpPr>
        <p:grpSpPr>
          <a:xfrm>
            <a:off x="-127819" y="-1"/>
            <a:ext cx="12502699" cy="1011237"/>
            <a:chOff x="-127819" y="-1"/>
            <a:chExt cx="12502699" cy="1011237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24298064-34C3-2C63-E169-829B1C1D9700}"/>
                </a:ext>
              </a:extLst>
            </p:cNvPr>
            <p:cNvSpPr/>
            <p:nvPr/>
          </p:nvSpPr>
          <p:spPr>
            <a:xfrm>
              <a:off x="-127819" y="-1"/>
              <a:ext cx="12502699" cy="1011237"/>
            </a:xfrm>
            <a:prstGeom prst="round1Rect">
              <a:avLst/>
            </a:prstGeom>
            <a:solidFill>
              <a:srgbClr val="9CDC57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B997CA-B4C8-C61F-A08C-17764B7ED0FE}"/>
                </a:ext>
              </a:extLst>
            </p:cNvPr>
            <p:cNvSpPr txBox="1"/>
            <p:nvPr/>
          </p:nvSpPr>
          <p:spPr>
            <a:xfrm>
              <a:off x="329609" y="151674"/>
              <a:ext cx="607119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Algerian" panose="04020705040A02060702" pitchFamily="82" charset="0"/>
                </a:rPr>
                <a:t>CONTEXT</a:t>
              </a:r>
              <a:endParaRPr lang="en-CM" sz="4000" dirty="0">
                <a:solidFill>
                  <a:schemeClr val="bg1"/>
                </a:solidFill>
                <a:latin typeface="Algerian" panose="04020705040A02060702" pitchFamily="82" charset="0"/>
              </a:endParaRPr>
            </a:p>
          </p:txBody>
        </p:sp>
      </p:grpSp>
      <p:sp>
        <p:nvSpPr>
          <p:cNvPr id="2" name="任意多边形 8">
            <a:extLst>
              <a:ext uri="{FF2B5EF4-FFF2-40B4-BE49-F238E27FC236}">
                <a16:creationId xmlns:a16="http://schemas.microsoft.com/office/drawing/2014/main" id="{92A402BE-92E7-B0B4-CF7C-9235C52171C5}"/>
              </a:ext>
            </a:extLst>
          </p:cNvPr>
          <p:cNvSpPr/>
          <p:nvPr/>
        </p:nvSpPr>
        <p:spPr bwMode="auto">
          <a:xfrm>
            <a:off x="11050693" y="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68FCBAF-7AE1-4AA6-A0D9-8FE0AFB5B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1246" y="2599814"/>
            <a:ext cx="4493554" cy="2508031"/>
          </a:xfrm>
          <a:prstGeom prst="rect">
            <a:avLst/>
          </a:prstGeom>
        </p:spPr>
      </p:pic>
      <p:sp>
        <p:nvSpPr>
          <p:cNvPr id="38" name="Shape 1">
            <a:extLst>
              <a:ext uri="{FF2B5EF4-FFF2-40B4-BE49-F238E27FC236}">
                <a16:creationId xmlns:a16="http://schemas.microsoft.com/office/drawing/2014/main" id="{56AEAB9F-980F-4662-84C6-2473FBB27473}"/>
              </a:ext>
            </a:extLst>
          </p:cNvPr>
          <p:cNvSpPr/>
          <p:nvPr/>
        </p:nvSpPr>
        <p:spPr>
          <a:xfrm>
            <a:off x="-1682071" y="3429000"/>
            <a:ext cx="4023360" cy="4023360"/>
          </a:xfrm>
          <a:prstGeom prst="ellipse">
            <a:avLst/>
          </a:prstGeom>
          <a:solidFill>
            <a:srgbClr val="00B050">
              <a:alpha val="40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4D227B12-6BCF-4C65-9C05-DA3813829EC8}"/>
              </a:ext>
            </a:extLst>
          </p:cNvPr>
          <p:cNvSpPr/>
          <p:nvPr/>
        </p:nvSpPr>
        <p:spPr>
          <a:xfrm>
            <a:off x="9860280" y="2448560"/>
            <a:ext cx="5029200" cy="5029200"/>
          </a:xfrm>
          <a:prstGeom prst="ellipse">
            <a:avLst/>
          </a:prstGeom>
          <a:solidFill>
            <a:srgbClr val="00B050">
              <a:alpha val="45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DAF7BE7-5A60-497B-85AE-FEB92F548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745" y="1589314"/>
            <a:ext cx="8114510" cy="452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18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000">
              <a:schemeClr val="bg2">
                <a:lumMod val="90000"/>
              </a:schemeClr>
            </a:gs>
            <a:gs pos="95000">
              <a:schemeClr val="bg2"/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75E696-25DC-D276-50A1-019F22ACE915}"/>
              </a:ext>
            </a:extLst>
          </p:cNvPr>
          <p:cNvGrpSpPr/>
          <p:nvPr/>
        </p:nvGrpSpPr>
        <p:grpSpPr>
          <a:xfrm>
            <a:off x="-127819" y="-1"/>
            <a:ext cx="12502699" cy="1011237"/>
            <a:chOff x="-127819" y="-1"/>
            <a:chExt cx="12502699" cy="1011237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24298064-34C3-2C63-E169-829B1C1D9700}"/>
                </a:ext>
              </a:extLst>
            </p:cNvPr>
            <p:cNvSpPr/>
            <p:nvPr/>
          </p:nvSpPr>
          <p:spPr>
            <a:xfrm>
              <a:off x="-127819" y="-1"/>
              <a:ext cx="12502699" cy="1011237"/>
            </a:xfrm>
            <a:prstGeom prst="round1Rect">
              <a:avLst/>
            </a:prstGeom>
            <a:solidFill>
              <a:srgbClr val="9CDC57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B997CA-B4C8-C61F-A08C-17764B7ED0FE}"/>
                </a:ext>
              </a:extLst>
            </p:cNvPr>
            <p:cNvSpPr txBox="1"/>
            <p:nvPr/>
          </p:nvSpPr>
          <p:spPr>
            <a:xfrm>
              <a:off x="329609" y="151674"/>
              <a:ext cx="607119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Algerian" panose="04020705040A02060702" pitchFamily="82" charset="0"/>
                </a:rPr>
                <a:t>CONTEXT</a:t>
              </a:r>
              <a:endParaRPr lang="en-CM" sz="4000" dirty="0">
                <a:solidFill>
                  <a:schemeClr val="bg1"/>
                </a:solidFill>
                <a:latin typeface="Algerian" panose="04020705040A02060702" pitchFamily="82" charset="0"/>
              </a:endParaRPr>
            </a:p>
          </p:txBody>
        </p:sp>
      </p:grpSp>
      <p:sp>
        <p:nvSpPr>
          <p:cNvPr id="2" name="任意多边形 8">
            <a:extLst>
              <a:ext uri="{FF2B5EF4-FFF2-40B4-BE49-F238E27FC236}">
                <a16:creationId xmlns:a16="http://schemas.microsoft.com/office/drawing/2014/main" id="{92A402BE-92E7-B0B4-CF7C-9235C52171C5}"/>
              </a:ext>
            </a:extLst>
          </p:cNvPr>
          <p:cNvSpPr/>
          <p:nvPr/>
        </p:nvSpPr>
        <p:spPr bwMode="auto">
          <a:xfrm>
            <a:off x="11050693" y="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68FCBAF-7AE1-4AA6-A0D9-8FE0AFB5B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1946136"/>
            <a:ext cx="6642100" cy="3707220"/>
          </a:xfrm>
          <a:prstGeom prst="rect">
            <a:avLst/>
          </a:prstGeom>
        </p:spPr>
      </p:pic>
      <p:sp>
        <p:nvSpPr>
          <p:cNvPr id="38" name="Shape 1">
            <a:extLst>
              <a:ext uri="{FF2B5EF4-FFF2-40B4-BE49-F238E27FC236}">
                <a16:creationId xmlns:a16="http://schemas.microsoft.com/office/drawing/2014/main" id="{56AEAB9F-980F-4662-84C6-2473FBB27473}"/>
              </a:ext>
            </a:extLst>
          </p:cNvPr>
          <p:cNvSpPr/>
          <p:nvPr/>
        </p:nvSpPr>
        <p:spPr>
          <a:xfrm>
            <a:off x="-1682071" y="3429000"/>
            <a:ext cx="4023360" cy="4023360"/>
          </a:xfrm>
          <a:prstGeom prst="ellipse">
            <a:avLst/>
          </a:prstGeom>
          <a:solidFill>
            <a:srgbClr val="00B050">
              <a:alpha val="40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4D227B12-6BCF-4C65-9C05-DA3813829EC8}"/>
              </a:ext>
            </a:extLst>
          </p:cNvPr>
          <p:cNvSpPr/>
          <p:nvPr/>
        </p:nvSpPr>
        <p:spPr>
          <a:xfrm>
            <a:off x="9860280" y="2448560"/>
            <a:ext cx="5029200" cy="5029200"/>
          </a:xfrm>
          <a:prstGeom prst="ellipse">
            <a:avLst/>
          </a:prstGeom>
          <a:solidFill>
            <a:srgbClr val="00B050">
              <a:alpha val="45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DAF7BE7-5A60-497B-85AE-FEB92F548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01062" y="1767114"/>
            <a:ext cx="8114510" cy="4529030"/>
          </a:xfrm>
          <a:prstGeom prst="rect">
            <a:avLst/>
          </a:prstGeom>
        </p:spPr>
      </p:pic>
      <p:pic>
        <p:nvPicPr>
          <p:cNvPr id="10" name="Picture 95">
            <a:extLst>
              <a:ext uri="{FF2B5EF4-FFF2-40B4-BE49-F238E27FC236}">
                <a16:creationId xmlns:a16="http://schemas.microsoft.com/office/drawing/2014/main" id="{8E085311-6493-41CF-8099-0D1C65BDB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9629" y="2599814"/>
            <a:ext cx="2998347" cy="16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19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000">
              <a:schemeClr val="bg2">
                <a:lumMod val="90000"/>
              </a:schemeClr>
            </a:gs>
            <a:gs pos="95000">
              <a:schemeClr val="bg2"/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75E696-25DC-D276-50A1-019F22ACE915}"/>
              </a:ext>
            </a:extLst>
          </p:cNvPr>
          <p:cNvGrpSpPr/>
          <p:nvPr/>
        </p:nvGrpSpPr>
        <p:grpSpPr>
          <a:xfrm>
            <a:off x="-127819" y="-1"/>
            <a:ext cx="12502699" cy="1011237"/>
            <a:chOff x="-127819" y="-1"/>
            <a:chExt cx="12502699" cy="1011237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24298064-34C3-2C63-E169-829B1C1D9700}"/>
                </a:ext>
              </a:extLst>
            </p:cNvPr>
            <p:cNvSpPr/>
            <p:nvPr/>
          </p:nvSpPr>
          <p:spPr>
            <a:xfrm>
              <a:off x="-127819" y="-1"/>
              <a:ext cx="12502699" cy="1011237"/>
            </a:xfrm>
            <a:prstGeom prst="round1Rect">
              <a:avLst/>
            </a:prstGeom>
            <a:solidFill>
              <a:srgbClr val="9CDC57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B997CA-B4C8-C61F-A08C-17764B7ED0FE}"/>
                </a:ext>
              </a:extLst>
            </p:cNvPr>
            <p:cNvSpPr txBox="1"/>
            <p:nvPr/>
          </p:nvSpPr>
          <p:spPr>
            <a:xfrm>
              <a:off x="329609" y="151674"/>
              <a:ext cx="607119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Algerian" panose="04020705040A02060702" pitchFamily="82" charset="0"/>
                </a:rPr>
                <a:t>CONTEXT</a:t>
              </a:r>
              <a:endParaRPr lang="en-CM" sz="4000" dirty="0">
                <a:solidFill>
                  <a:schemeClr val="bg1"/>
                </a:solidFill>
                <a:latin typeface="Algerian" panose="04020705040A02060702" pitchFamily="82" charset="0"/>
              </a:endParaRPr>
            </a:p>
          </p:txBody>
        </p:sp>
      </p:grpSp>
      <p:sp>
        <p:nvSpPr>
          <p:cNvPr id="2" name="任意多边形 8">
            <a:extLst>
              <a:ext uri="{FF2B5EF4-FFF2-40B4-BE49-F238E27FC236}">
                <a16:creationId xmlns:a16="http://schemas.microsoft.com/office/drawing/2014/main" id="{92A402BE-92E7-B0B4-CF7C-9235C52171C5}"/>
              </a:ext>
            </a:extLst>
          </p:cNvPr>
          <p:cNvSpPr/>
          <p:nvPr/>
        </p:nvSpPr>
        <p:spPr bwMode="auto">
          <a:xfrm>
            <a:off x="11050693" y="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68FCBAF-7AE1-4AA6-A0D9-8FE0AFB5B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87613" y="2047736"/>
            <a:ext cx="6642100" cy="3707220"/>
          </a:xfrm>
          <a:prstGeom prst="rect">
            <a:avLst/>
          </a:prstGeom>
        </p:spPr>
      </p:pic>
      <p:sp>
        <p:nvSpPr>
          <p:cNvPr id="38" name="Shape 1">
            <a:extLst>
              <a:ext uri="{FF2B5EF4-FFF2-40B4-BE49-F238E27FC236}">
                <a16:creationId xmlns:a16="http://schemas.microsoft.com/office/drawing/2014/main" id="{56AEAB9F-980F-4662-84C6-2473FBB27473}"/>
              </a:ext>
            </a:extLst>
          </p:cNvPr>
          <p:cNvSpPr/>
          <p:nvPr/>
        </p:nvSpPr>
        <p:spPr>
          <a:xfrm>
            <a:off x="-1682071" y="3429000"/>
            <a:ext cx="4023360" cy="4023360"/>
          </a:xfrm>
          <a:prstGeom prst="ellipse">
            <a:avLst/>
          </a:prstGeom>
          <a:solidFill>
            <a:srgbClr val="00B050">
              <a:alpha val="40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4D227B12-6BCF-4C65-9C05-DA3813829EC8}"/>
              </a:ext>
            </a:extLst>
          </p:cNvPr>
          <p:cNvSpPr/>
          <p:nvPr/>
        </p:nvSpPr>
        <p:spPr>
          <a:xfrm>
            <a:off x="9860280" y="2448560"/>
            <a:ext cx="5029200" cy="5029200"/>
          </a:xfrm>
          <a:prstGeom prst="ellipse">
            <a:avLst/>
          </a:prstGeom>
          <a:solidFill>
            <a:srgbClr val="00B050">
              <a:alpha val="45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pic>
        <p:nvPicPr>
          <p:cNvPr id="10" name="Picture 95">
            <a:extLst>
              <a:ext uri="{FF2B5EF4-FFF2-40B4-BE49-F238E27FC236}">
                <a16:creationId xmlns:a16="http://schemas.microsoft.com/office/drawing/2014/main" id="{8E085311-6493-41CF-8099-0D1C65BDB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660" y="2047736"/>
            <a:ext cx="6702680" cy="370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41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9947B-77FB-6570-1553-B2AD35EBE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E708BB29-85DE-7B0D-3495-A6B8E9031319}"/>
              </a:ext>
            </a:extLst>
          </p:cNvPr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0B050">
              <a:alpha val="45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7D1DCEA5-4F41-2DBB-CA62-F2FAF38193E9}"/>
              </a:ext>
            </a:extLst>
          </p:cNvPr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0B050">
              <a:alpha val="40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EED3F39D-CDBF-DB1A-1632-5DE7B6627E5D}"/>
              </a:ext>
            </a:extLst>
          </p:cNvPr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125DEBD0-26F6-D5E5-A753-717A021EC055}"/>
              </a:ext>
            </a:extLst>
          </p:cNvPr>
          <p:cNvSpPr/>
          <p:nvPr/>
        </p:nvSpPr>
        <p:spPr>
          <a:xfrm>
            <a:off x="4831773" y="2364522"/>
            <a:ext cx="5710551" cy="2664297"/>
          </a:xfrm>
          <a:prstGeom prst="roundRect">
            <a:avLst>
              <a:gd name="adj" fmla="val 3245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rial Black" panose="020B0A04020102020204" pitchFamily="34" charset="0"/>
              </a:rPr>
              <a:t>“</a:t>
            </a:r>
            <a:r>
              <a:rPr lang="en-CM" sz="2000" dirty="0">
                <a:latin typeface="Arial Black" panose="020B0A04020102020204" pitchFamily="34" charset="0"/>
              </a:rPr>
              <a:t>How can we improve the communication, attendance management, within an educational institution through a reliable and centralized digital environment?</a:t>
            </a:r>
            <a:r>
              <a:rPr lang="en-GB" sz="2000" b="1" dirty="0">
                <a:latin typeface="Arial Black" panose="020B0A04020102020204" pitchFamily="34" charset="0"/>
              </a:rPr>
              <a:t>”</a:t>
            </a:r>
            <a:endParaRPr lang="fr-FR" sz="2000" dirty="0">
              <a:latin typeface="Arial Black" panose="020B0A04020102020204" pitchFamily="34" charset="0"/>
            </a:endParaRP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8DA031CF-4DD6-E172-5C4E-85107027A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37" y="2364522"/>
            <a:ext cx="3744416" cy="266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1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D89193-057F-EA67-A36C-7216017F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1AD5CC-78C1-8955-0E46-8369AC7E7F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002060">
                  <a:lumMod val="29000"/>
                </a:srgbClr>
              </a:gs>
              <a:gs pos="95000">
                <a:srgbClr val="002060">
                  <a:alpha val="78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9785C579-CAE8-D328-C53F-A0FB3DAB3FAE}"/>
              </a:ext>
            </a:extLst>
          </p:cNvPr>
          <p:cNvSpPr/>
          <p:nvPr/>
        </p:nvSpPr>
        <p:spPr>
          <a:xfrm>
            <a:off x="5346291" y="2866026"/>
            <a:ext cx="6934200" cy="1257117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116000" tIns="0" bIns="3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2"/>
                </a:solidFill>
                <a:latin typeface="Algerian" panose="04020705040A02060702" pitchFamily="82" charset="0"/>
                <a:ea typeface="华文中宋" panose="02010600040101010101" pitchFamily="2" charset="-122"/>
                <a:cs typeface="+mj-cs"/>
              </a:rPr>
              <a:t>	PROPOSE SOLUTION</a:t>
            </a:r>
            <a:endParaRPr lang="zh-CN" altLang="en-US" sz="3600" b="1" dirty="0">
              <a:solidFill>
                <a:schemeClr val="bg2"/>
              </a:solidFill>
              <a:latin typeface="Algerian" panose="04020705040A02060702" pitchFamily="82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" name="任意多边形 8">
            <a:extLst>
              <a:ext uri="{FF2B5EF4-FFF2-40B4-BE49-F238E27FC236}">
                <a16:creationId xmlns:a16="http://schemas.microsoft.com/office/drawing/2014/main" id="{C6286A3D-3FC7-AFD2-A26D-F8EAECEA6CC1}"/>
              </a:ext>
            </a:extLst>
          </p:cNvPr>
          <p:cNvSpPr/>
          <p:nvPr/>
        </p:nvSpPr>
        <p:spPr bwMode="auto">
          <a:xfrm>
            <a:off x="5751871" y="2734858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26612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64BF9-C574-E10E-1100-5B4A5A6A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3">
            <a:extLst>
              <a:ext uri="{FF2B5EF4-FFF2-40B4-BE49-F238E27FC236}">
                <a16:creationId xmlns:a16="http://schemas.microsoft.com/office/drawing/2014/main" id="{12595C4A-AA02-CB38-88C4-04082BDA7096}"/>
              </a:ext>
            </a:extLst>
          </p:cNvPr>
          <p:cNvSpPr/>
          <p:nvPr/>
        </p:nvSpPr>
        <p:spPr>
          <a:xfrm>
            <a:off x="2632393" y="3017520"/>
            <a:ext cx="6927215" cy="1002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spc="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CAMPUSLY</a:t>
            </a:r>
            <a:endParaRPr lang="en-US" sz="9600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A8178249-0A1B-856F-D96B-BC3F8BBBAE6B}"/>
              </a:ext>
            </a:extLst>
          </p:cNvPr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DB82A-02DB-A0E6-47CF-557E8C8EB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43" y="-105413"/>
            <a:ext cx="12476114" cy="6963413"/>
          </a:xfrm>
          <a:prstGeom prst="rect">
            <a:avLst/>
          </a:prstGeom>
        </p:spPr>
      </p:pic>
      <p:sp>
        <p:nvSpPr>
          <p:cNvPr id="29" name="Shape 1">
            <a:extLst>
              <a:ext uri="{FF2B5EF4-FFF2-40B4-BE49-F238E27FC236}">
                <a16:creationId xmlns:a16="http://schemas.microsoft.com/office/drawing/2014/main" id="{59E08075-E193-790C-13B4-0F1FD98C8EC4}"/>
              </a:ext>
            </a:extLst>
          </p:cNvPr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0B050">
              <a:alpha val="40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753B07F5-84C4-D5B4-4B3A-5FCCD01350A7}"/>
              </a:ext>
            </a:extLst>
          </p:cNvPr>
          <p:cNvSpPr/>
          <p:nvPr/>
        </p:nvSpPr>
        <p:spPr>
          <a:xfrm>
            <a:off x="9418320" y="-1774325"/>
            <a:ext cx="5029200" cy="5029200"/>
          </a:xfrm>
          <a:prstGeom prst="ellipse">
            <a:avLst/>
          </a:prstGeom>
          <a:solidFill>
            <a:srgbClr val="00B050">
              <a:alpha val="45000"/>
            </a:srgbClr>
          </a:solidFill>
          <a:ln/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405379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73A058E9-B231-430B-B7B8-4189CE12C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57150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74A7336-F463-4D50-9CEC-6095C9260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100" y="1143000"/>
            <a:ext cx="12192000" cy="57066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169912-F712-5B44-7E17-F5B73714A954}"/>
              </a:ext>
            </a:extLst>
          </p:cNvPr>
          <p:cNvSpPr/>
          <p:nvPr/>
        </p:nvSpPr>
        <p:spPr>
          <a:xfrm>
            <a:off x="0" y="-228600"/>
            <a:ext cx="12192000" cy="1143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52400" dist="38100" dir="5400000" algn="t" rotWithShape="0">
              <a:srgbClr val="00206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9BDF-50A2-06F3-33A3-3DF69CCF5648}"/>
              </a:ext>
            </a:extLst>
          </p:cNvPr>
          <p:cNvSpPr txBox="1"/>
          <p:nvPr/>
        </p:nvSpPr>
        <p:spPr>
          <a:xfrm>
            <a:off x="165100" y="-63996"/>
            <a:ext cx="377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CAMPUSLY</a:t>
            </a:r>
            <a:endParaRPr lang="en-CM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" name="任意多边形 8">
            <a:extLst>
              <a:ext uri="{FF2B5EF4-FFF2-40B4-BE49-F238E27FC236}">
                <a16:creationId xmlns:a16="http://schemas.microsoft.com/office/drawing/2014/main" id="{BFFD3991-73D2-2278-326A-D9DC65CC0F01}"/>
              </a:ext>
            </a:extLst>
          </p:cNvPr>
          <p:cNvSpPr/>
          <p:nvPr/>
        </p:nvSpPr>
        <p:spPr bwMode="auto">
          <a:xfrm>
            <a:off x="11050693" y="-21590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5430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73A058E9-B231-430B-B7B8-4189CE12C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98877" y="914400"/>
            <a:ext cx="12192000" cy="57150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74A7336-F463-4D50-9CEC-6095C9260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9941"/>
            <a:ext cx="12192000" cy="57066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169912-F712-5B44-7E17-F5B73714A954}"/>
              </a:ext>
            </a:extLst>
          </p:cNvPr>
          <p:cNvSpPr/>
          <p:nvPr/>
        </p:nvSpPr>
        <p:spPr>
          <a:xfrm>
            <a:off x="0" y="-228600"/>
            <a:ext cx="12192000" cy="1143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52400" dist="38100" dir="5400000" algn="t" rotWithShape="0">
              <a:srgbClr val="00206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9BDF-50A2-06F3-33A3-3DF69CCF5648}"/>
              </a:ext>
            </a:extLst>
          </p:cNvPr>
          <p:cNvSpPr txBox="1"/>
          <p:nvPr/>
        </p:nvSpPr>
        <p:spPr>
          <a:xfrm>
            <a:off x="165100" y="-63996"/>
            <a:ext cx="377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CAMPUSLY</a:t>
            </a:r>
            <a:endParaRPr lang="en-CM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" name="任意多边形 8">
            <a:extLst>
              <a:ext uri="{FF2B5EF4-FFF2-40B4-BE49-F238E27FC236}">
                <a16:creationId xmlns:a16="http://schemas.microsoft.com/office/drawing/2014/main" id="{BFFD3991-73D2-2278-326A-D9DC65CC0F01}"/>
              </a:ext>
            </a:extLst>
          </p:cNvPr>
          <p:cNvSpPr/>
          <p:nvPr/>
        </p:nvSpPr>
        <p:spPr bwMode="auto">
          <a:xfrm>
            <a:off x="11050693" y="-215900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249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69912-F712-5B44-7E17-F5B73714A954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52400" dist="38100" dir="5400000" algn="t" rotWithShape="0">
              <a:srgbClr val="00206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9BDF-50A2-06F3-33A3-3DF69CCF5648}"/>
              </a:ext>
            </a:extLst>
          </p:cNvPr>
          <p:cNvSpPr txBox="1"/>
          <p:nvPr/>
        </p:nvSpPr>
        <p:spPr>
          <a:xfrm>
            <a:off x="165100" y="186779"/>
            <a:ext cx="377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CAMPUSLY</a:t>
            </a:r>
            <a:endParaRPr lang="en-CM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" name="任意多边形 8">
            <a:extLst>
              <a:ext uri="{FF2B5EF4-FFF2-40B4-BE49-F238E27FC236}">
                <a16:creationId xmlns:a16="http://schemas.microsoft.com/office/drawing/2014/main" id="{BFFD3991-73D2-2278-326A-D9DC65CC0F01}"/>
              </a:ext>
            </a:extLst>
          </p:cNvPr>
          <p:cNvSpPr/>
          <p:nvPr/>
        </p:nvSpPr>
        <p:spPr bwMode="auto">
          <a:xfrm>
            <a:off x="11152293" y="-63996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C408C6-DE8B-DF5E-257B-4EADB49E847A}"/>
              </a:ext>
            </a:extLst>
          </p:cNvPr>
          <p:cNvGrpSpPr/>
          <p:nvPr/>
        </p:nvGrpSpPr>
        <p:grpSpPr>
          <a:xfrm>
            <a:off x="80124" y="1146392"/>
            <a:ext cx="3073961" cy="2894572"/>
            <a:chOff x="80124" y="1146392"/>
            <a:chExt cx="3073961" cy="289457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7659225-2210-0AFB-64CE-A26374109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24" y="1200398"/>
              <a:ext cx="2725770" cy="2840566"/>
            </a:xfrm>
            <a:prstGeom prst="rect">
              <a:avLst/>
            </a:prstGeom>
            <a:effectLst>
              <a:outerShdw blurRad="152400" sx="102000" sy="102000" algn="ctr" rotWithShape="0">
                <a:srgbClr val="002060">
                  <a:alpha val="40000"/>
                </a:srgbClr>
              </a:outerShdw>
            </a:effec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9910A5E-654E-FF4A-A0FA-D4C2F5462A77}"/>
                </a:ext>
              </a:extLst>
            </p:cNvPr>
            <p:cNvGrpSpPr/>
            <p:nvPr/>
          </p:nvGrpSpPr>
          <p:grpSpPr>
            <a:xfrm>
              <a:off x="2586819" y="1146392"/>
              <a:ext cx="567266" cy="586892"/>
              <a:chOff x="2573867" y="1180772"/>
              <a:chExt cx="567266" cy="586892"/>
            </a:xfrm>
          </p:grpSpPr>
          <p:sp>
            <p:nvSpPr>
              <p:cNvPr id="17" name="Oval 16" descr="tff">
                <a:extLst>
                  <a:ext uri="{FF2B5EF4-FFF2-40B4-BE49-F238E27FC236}">
                    <a16:creationId xmlns:a16="http://schemas.microsoft.com/office/drawing/2014/main" id="{87E64CCB-4F5B-0625-383A-058471BAFF22}"/>
                  </a:ext>
                </a:extLst>
              </p:cNvPr>
              <p:cNvSpPr/>
              <p:nvPr/>
            </p:nvSpPr>
            <p:spPr>
              <a:xfrm>
                <a:off x="2573867" y="1200398"/>
                <a:ext cx="567266" cy="567266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0F2514-15BD-DED9-18CF-796A70E38D8B}"/>
                  </a:ext>
                </a:extLst>
              </p:cNvPr>
              <p:cNvSpPr txBox="1"/>
              <p:nvPr/>
            </p:nvSpPr>
            <p:spPr>
              <a:xfrm>
                <a:off x="2638425" y="1180772"/>
                <a:ext cx="438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002060"/>
                    </a:solidFill>
                    <a:latin typeface="Algerian" panose="04020705040A02060702" pitchFamily="82" charset="0"/>
                  </a:rPr>
                  <a:t>1</a:t>
                </a:r>
                <a:endParaRPr lang="en-CM" sz="3200" dirty="0">
                  <a:solidFill>
                    <a:srgbClr val="002060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B094737-4D26-7B70-B45B-832F6FC6090C}"/>
              </a:ext>
            </a:extLst>
          </p:cNvPr>
          <p:cNvGrpSpPr/>
          <p:nvPr/>
        </p:nvGrpSpPr>
        <p:grpSpPr>
          <a:xfrm>
            <a:off x="3002409" y="3497428"/>
            <a:ext cx="2778900" cy="3161640"/>
            <a:chOff x="3002409" y="3497428"/>
            <a:chExt cx="2778900" cy="316164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B20570-DB10-9640-9C2E-9D9489DC8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2409" y="3880168"/>
              <a:ext cx="2778900" cy="2778900"/>
            </a:xfrm>
            <a:prstGeom prst="rect">
              <a:avLst/>
            </a:prstGeom>
            <a:effectLst>
              <a:outerShdw blurRad="63500" sx="102000" sy="102000" algn="ctr" rotWithShape="0">
                <a:srgbClr val="002060">
                  <a:alpha val="40000"/>
                </a:srgbClr>
              </a:outerShdw>
            </a:effec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7087733-AD91-3569-39F5-966B4AEC734F}"/>
                </a:ext>
              </a:extLst>
            </p:cNvPr>
            <p:cNvGrpSpPr/>
            <p:nvPr/>
          </p:nvGrpSpPr>
          <p:grpSpPr>
            <a:xfrm>
              <a:off x="5214043" y="3497428"/>
              <a:ext cx="567266" cy="586892"/>
              <a:chOff x="2573867" y="1180772"/>
              <a:chExt cx="567266" cy="586892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sp>
            <p:nvSpPr>
              <p:cNvPr id="21" name="Oval 20" descr="tff">
                <a:extLst>
                  <a:ext uri="{FF2B5EF4-FFF2-40B4-BE49-F238E27FC236}">
                    <a16:creationId xmlns:a16="http://schemas.microsoft.com/office/drawing/2014/main" id="{15B86717-AD29-1606-7F2B-17C12C98FC4C}"/>
                  </a:ext>
                </a:extLst>
              </p:cNvPr>
              <p:cNvSpPr/>
              <p:nvPr/>
            </p:nvSpPr>
            <p:spPr>
              <a:xfrm>
                <a:off x="2573867" y="1200398"/>
                <a:ext cx="567266" cy="567266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A72E35-B8B6-EBA7-3322-735968CA411C}"/>
                  </a:ext>
                </a:extLst>
              </p:cNvPr>
              <p:cNvSpPr txBox="1"/>
              <p:nvPr/>
            </p:nvSpPr>
            <p:spPr>
              <a:xfrm>
                <a:off x="2638425" y="1180772"/>
                <a:ext cx="438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002060"/>
                    </a:solidFill>
                    <a:latin typeface="Algerian" panose="04020705040A02060702" pitchFamily="82" charset="0"/>
                  </a:rPr>
                  <a:t>2</a:t>
                </a:r>
                <a:endParaRPr lang="en-CM" sz="3200" dirty="0">
                  <a:solidFill>
                    <a:srgbClr val="002060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C852A1-1FB3-B518-8756-E19E4C22E119}"/>
              </a:ext>
            </a:extLst>
          </p:cNvPr>
          <p:cNvGrpSpPr/>
          <p:nvPr/>
        </p:nvGrpSpPr>
        <p:grpSpPr>
          <a:xfrm>
            <a:off x="9332976" y="3454072"/>
            <a:ext cx="2778900" cy="3204996"/>
            <a:chOff x="9332976" y="3454072"/>
            <a:chExt cx="2778900" cy="32049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C7619C-1BF0-F8D1-ADC1-D591A4D2A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2976" y="3880168"/>
              <a:ext cx="2778900" cy="2778900"/>
            </a:xfrm>
            <a:prstGeom prst="rect">
              <a:avLst/>
            </a:prstGeom>
            <a:effectLst>
              <a:outerShdw blurRad="152400" sx="102000" sy="102000" algn="ctr" rotWithShape="0">
                <a:srgbClr val="002060">
                  <a:alpha val="40000"/>
                </a:srgbClr>
              </a:outerShdw>
            </a:effectLst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424CCC4-60ED-585D-DDF4-9C7ACB6D23A7}"/>
                </a:ext>
              </a:extLst>
            </p:cNvPr>
            <p:cNvGrpSpPr/>
            <p:nvPr/>
          </p:nvGrpSpPr>
          <p:grpSpPr>
            <a:xfrm>
              <a:off x="11544610" y="3454072"/>
              <a:ext cx="567266" cy="586892"/>
              <a:chOff x="2573867" y="1180772"/>
              <a:chExt cx="567266" cy="586892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Oval 23" descr="tff">
                <a:extLst>
                  <a:ext uri="{FF2B5EF4-FFF2-40B4-BE49-F238E27FC236}">
                    <a16:creationId xmlns:a16="http://schemas.microsoft.com/office/drawing/2014/main" id="{52703F60-ED0F-290A-8457-8456C17AACDD}"/>
                  </a:ext>
                </a:extLst>
              </p:cNvPr>
              <p:cNvSpPr/>
              <p:nvPr/>
            </p:nvSpPr>
            <p:spPr>
              <a:xfrm>
                <a:off x="2573867" y="1200398"/>
                <a:ext cx="567266" cy="567266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80080C-5632-6EE6-A3AF-8E4323A835CA}"/>
                  </a:ext>
                </a:extLst>
              </p:cNvPr>
              <p:cNvSpPr txBox="1"/>
              <p:nvPr/>
            </p:nvSpPr>
            <p:spPr>
              <a:xfrm>
                <a:off x="2638425" y="1180772"/>
                <a:ext cx="438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002060"/>
                    </a:solidFill>
                    <a:latin typeface="Algerian" panose="04020705040A02060702" pitchFamily="82" charset="0"/>
                  </a:rPr>
                  <a:t>4</a:t>
                </a:r>
                <a:endParaRPr lang="en-CM" sz="3200" dirty="0">
                  <a:solidFill>
                    <a:srgbClr val="002060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9AA964F-EB6F-047C-0882-B78896A4CA89}"/>
              </a:ext>
            </a:extLst>
          </p:cNvPr>
          <p:cNvGrpSpPr/>
          <p:nvPr/>
        </p:nvGrpSpPr>
        <p:grpSpPr>
          <a:xfrm>
            <a:off x="5977823" y="1105147"/>
            <a:ext cx="3567093" cy="2935817"/>
            <a:chOff x="5977823" y="1105147"/>
            <a:chExt cx="3567093" cy="293581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EF05618-5588-CC9C-C113-F15E57309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7823" y="1200398"/>
              <a:ext cx="3211767" cy="2840566"/>
            </a:xfrm>
            <a:prstGeom prst="rect">
              <a:avLst/>
            </a:prstGeom>
            <a:effectLst>
              <a:outerShdw blurRad="152400" sx="102000" sy="102000" algn="ctr" rotWithShape="0">
                <a:srgbClr val="002060">
                  <a:alpha val="40000"/>
                </a:srgbClr>
              </a:outerShdw>
            </a:effectLst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5086EB6-535B-94D3-4AFA-4F6BE369477F}"/>
                </a:ext>
              </a:extLst>
            </p:cNvPr>
            <p:cNvGrpSpPr/>
            <p:nvPr/>
          </p:nvGrpSpPr>
          <p:grpSpPr>
            <a:xfrm>
              <a:off x="8977650" y="1105147"/>
              <a:ext cx="567266" cy="586892"/>
              <a:chOff x="2573867" y="1180772"/>
              <a:chExt cx="567266" cy="586892"/>
            </a:xfrm>
          </p:grpSpPr>
          <p:sp>
            <p:nvSpPr>
              <p:cNvPr id="27" name="Oval 26" descr="tff">
                <a:extLst>
                  <a:ext uri="{FF2B5EF4-FFF2-40B4-BE49-F238E27FC236}">
                    <a16:creationId xmlns:a16="http://schemas.microsoft.com/office/drawing/2014/main" id="{7F1AA363-30CC-9D21-40DE-2F8A817A2246}"/>
                  </a:ext>
                </a:extLst>
              </p:cNvPr>
              <p:cNvSpPr/>
              <p:nvPr/>
            </p:nvSpPr>
            <p:spPr>
              <a:xfrm>
                <a:off x="2573867" y="1200398"/>
                <a:ext cx="567266" cy="567266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M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3AAE95-6ED7-30AF-FD99-0128A66D5910}"/>
                  </a:ext>
                </a:extLst>
              </p:cNvPr>
              <p:cNvSpPr txBox="1"/>
              <p:nvPr/>
            </p:nvSpPr>
            <p:spPr>
              <a:xfrm>
                <a:off x="2638425" y="1180772"/>
                <a:ext cx="438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002060"/>
                    </a:solidFill>
                    <a:latin typeface="Algerian" panose="04020705040A02060702" pitchFamily="82" charset="0"/>
                  </a:rPr>
                  <a:t>3</a:t>
                </a:r>
                <a:endParaRPr lang="en-CM" sz="3200" dirty="0">
                  <a:solidFill>
                    <a:srgbClr val="002060"/>
                  </a:solidFill>
                  <a:latin typeface="Algerian" panose="04020705040A02060702" pitchFamily="8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07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6383-BD87-EA0B-87D5-C8AE9DE6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7E9EE2-2105-0282-A257-C08F99D814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002060">
                  <a:lumMod val="29000"/>
                </a:srgbClr>
              </a:gs>
              <a:gs pos="95000">
                <a:srgbClr val="002060">
                  <a:alpha val="78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D82BC889-90F0-CC97-2BA0-78A4C6FE32E7}"/>
              </a:ext>
            </a:extLst>
          </p:cNvPr>
          <p:cNvSpPr/>
          <p:nvPr/>
        </p:nvSpPr>
        <p:spPr>
          <a:xfrm>
            <a:off x="5346291" y="2866026"/>
            <a:ext cx="6934200" cy="1257117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116000" tIns="0" bIns="3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2"/>
                </a:solidFill>
                <a:latin typeface="Algerian" panose="04020705040A02060702" pitchFamily="82" charset="0"/>
                <a:ea typeface="华文中宋" panose="02010600040101010101" pitchFamily="2" charset="-122"/>
                <a:cs typeface="+mj-cs"/>
              </a:rPr>
              <a:t>	METHODOLOGY</a:t>
            </a:r>
            <a:endParaRPr lang="zh-CN" altLang="en-US" sz="3600" b="1" dirty="0">
              <a:solidFill>
                <a:schemeClr val="bg2"/>
              </a:solidFill>
              <a:latin typeface="Algerian" panose="04020705040A02060702" pitchFamily="82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" name="任意多边形 8">
            <a:extLst>
              <a:ext uri="{FF2B5EF4-FFF2-40B4-BE49-F238E27FC236}">
                <a16:creationId xmlns:a16="http://schemas.microsoft.com/office/drawing/2014/main" id="{DA53EC7E-005C-0E30-84CB-034159EEEBC6}"/>
              </a:ext>
            </a:extLst>
          </p:cNvPr>
          <p:cNvSpPr/>
          <p:nvPr/>
        </p:nvSpPr>
        <p:spPr bwMode="auto">
          <a:xfrm>
            <a:off x="5751871" y="2734858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48014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BF2521CC-E0AE-55C3-4D1F-1E6DEE468A57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61F6DCA0-52EE-8A6F-035D-AC8880944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4A8F1-F8B3-3DE4-DB2C-19D437AA5541}"/>
              </a:ext>
            </a:extLst>
          </p:cNvPr>
          <p:cNvGrpSpPr/>
          <p:nvPr/>
        </p:nvGrpSpPr>
        <p:grpSpPr>
          <a:xfrm>
            <a:off x="392793" y="1229360"/>
            <a:ext cx="11406414" cy="5133056"/>
            <a:chOff x="392793" y="1229360"/>
            <a:chExt cx="11406414" cy="4714240"/>
          </a:xfrm>
        </p:grpSpPr>
        <p:pic>
          <p:nvPicPr>
            <p:cNvPr id="9" name="Graphic 10">
              <a:extLst>
                <a:ext uri="{FF2B5EF4-FFF2-40B4-BE49-F238E27FC236}">
                  <a16:creationId xmlns:a16="http://schemas.microsoft.com/office/drawing/2014/main" id="{F916B491-1E97-8E6D-FFD1-5776CCBA6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4686" y="1656726"/>
              <a:ext cx="3272448" cy="214870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75E5C9-7213-E25C-3026-73732D9BB507}"/>
                </a:ext>
              </a:extLst>
            </p:cNvPr>
            <p:cNvSpPr/>
            <p:nvPr/>
          </p:nvSpPr>
          <p:spPr>
            <a:xfrm>
              <a:off x="3859010" y="3249527"/>
              <a:ext cx="1164590" cy="3752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accent2">
                      <a:lumMod val="75000"/>
                    </a:schemeClr>
                  </a:solidFill>
                  <a:latin typeface="Rockwell" panose="02060603020205020403" pitchFamily="18" charset="0"/>
                </a:rPr>
                <a:t>Version 2.5</a:t>
              </a:r>
            </a:p>
          </p:txBody>
        </p:sp>
        <p:sp>
          <p:nvSpPr>
            <p:cNvPr id="17" name="Text Box 3">
              <a:extLst>
                <a:ext uri="{FF2B5EF4-FFF2-40B4-BE49-F238E27FC236}">
                  <a16:creationId xmlns:a16="http://schemas.microsoft.com/office/drawing/2014/main" id="{C249570C-14CB-C532-69FF-818C7EC98FAF}"/>
                </a:ext>
              </a:extLst>
            </p:cNvPr>
            <p:cNvSpPr txBox="1"/>
            <p:nvPr/>
          </p:nvSpPr>
          <p:spPr>
            <a:xfrm>
              <a:off x="392793" y="4160726"/>
              <a:ext cx="44951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charset="0"/>
                <a:buChar char="ü"/>
              </a:pP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UML (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unified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Modeling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Language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)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is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a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standardized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modeling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language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used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to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implement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a system in the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form</a:t>
              </a:r>
              <a:r>
                <a:rPr lang="fr-FR" altLang="en-US" sz="2000" dirty="0">
                  <a:latin typeface="Times New Roman" panose="02020603050405020304" pitchFamily="18" charset="0"/>
                  <a:sym typeface="+mn-ea"/>
                </a:rPr>
                <a:t> of </a:t>
              </a:r>
              <a:r>
                <a:rPr lang="fr-FR" altLang="en-US" sz="2000" dirty="0" err="1">
                  <a:latin typeface="Times New Roman" panose="02020603050405020304" pitchFamily="18" charset="0"/>
                  <a:sym typeface="+mn-ea"/>
                </a:rPr>
                <a:t>diagrams</a:t>
              </a:r>
              <a:endParaRPr lang="fr-FR" altLang="en-US" sz="2000" dirty="0">
                <a:latin typeface="Times New Roman" panose="02020603050405020304" pitchFamily="18" charset="0"/>
                <a:sym typeface="+mn-ea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39D2836-C3DA-814D-1E67-D768E1C70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9009" y="1229360"/>
              <a:ext cx="6320198" cy="4714240"/>
            </a:xfrm>
            <a:prstGeom prst="rect">
              <a:avLst/>
            </a:prstGeom>
            <a:effectLst>
              <a:outerShdw blurRad="1270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4" name="矩形 1">
            <a:extLst>
              <a:ext uri="{FF2B5EF4-FFF2-40B4-BE49-F238E27FC236}">
                <a16:creationId xmlns:a16="http://schemas.microsoft.com/office/drawing/2014/main" id="{35FCC343-9425-EAF0-3506-10100F122A36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6D86F61-592F-1973-A0F0-EAA3A3F59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83403"/>
            <a:ext cx="471228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UML(Unified Modeling Language)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CE97C762-F178-CC09-C617-0790319C7ABE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61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7" grpId="1"/>
      <p:bldP spid="4" grpId="0" animBg="1"/>
      <p:bldP spid="6" grpId="0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594BB-9D65-2F0D-1FA8-30C1FB78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B812957D-61C3-C915-8727-E58CE6C0031F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D8E3786C-0A1B-D1AC-9086-FE085DE43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C7F636C4-93B8-CCB4-A0FA-2E1F5DE77431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FBC45D9-1ECC-D223-1048-6E27FC41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0" y="286956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2tup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4A9EEB84-C21D-02D5-E085-452A8EF7B4AA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F43F3F-BD35-C0F9-DDB8-7DB42B2905C7}"/>
              </a:ext>
            </a:extLst>
          </p:cNvPr>
          <p:cNvGrpSpPr/>
          <p:nvPr/>
        </p:nvGrpSpPr>
        <p:grpSpPr>
          <a:xfrm>
            <a:off x="692150" y="1219380"/>
            <a:ext cx="11243291" cy="5284926"/>
            <a:chOff x="692150" y="1219380"/>
            <a:chExt cx="11243291" cy="5284926"/>
          </a:xfrm>
        </p:grpSpPr>
        <p:sp>
          <p:nvSpPr>
            <p:cNvPr id="5" name="Text Box 1">
              <a:extLst>
                <a:ext uri="{FF2B5EF4-FFF2-40B4-BE49-F238E27FC236}">
                  <a16:creationId xmlns:a16="http://schemas.microsoft.com/office/drawing/2014/main" id="{85D2532B-02D3-EB19-34D4-5A519370F33A}"/>
                </a:ext>
              </a:extLst>
            </p:cNvPr>
            <p:cNvSpPr txBox="1"/>
            <p:nvPr/>
          </p:nvSpPr>
          <p:spPr>
            <a:xfrm>
              <a:off x="692150" y="1874729"/>
              <a:ext cx="336042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ü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It's an adaptation of the Unified Process (UP) used in software development </a:t>
              </a:r>
              <a:r>
                <a:rPr lang="fr-FR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system </a:t>
              </a:r>
              <a:r>
                <a:rPr lang="fr-FR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</a:t>
              </a:r>
              <a:r>
                <a:rPr lang="fr-FR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fr-FR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activity</a:t>
              </a:r>
              <a:r>
                <a:rPr lang="fr-FR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designing</a:t>
              </a:r>
              <a:r>
                <a:rPr lang="fr-FR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3402D0C-0B72-4FBF-2C2A-9712283C9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5760" y="1219380"/>
              <a:ext cx="6489681" cy="5284926"/>
            </a:xfrm>
            <a:prstGeom prst="rect">
              <a:avLst/>
            </a:prstGeom>
            <a:effectLst>
              <a:outerShdw blurRad="317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01041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83A7E-3CB2-9CAB-04C7-B43DA243D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09FEE3AE-2735-FF4A-8D27-2E930E01EF55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E9438D90-A543-4B79-B760-E1CB1C18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DA678E41-1AC0-4913-F0A5-BCDCFE1C6CC9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6A4CCC38-0949-364D-0298-AA8CFCF67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0" y="297468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General use case </a:t>
            </a:r>
            <a:r>
              <a:rPr lang="fr-FR" altLang="zh-CN" sz="2400" b="1" kern="0" dirty="0" err="1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diagram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EC1A19-646D-BDA4-CE9B-D76D92F736E4}"/>
              </a:ext>
            </a:extLst>
          </p:cNvPr>
          <p:cNvGrpSpPr/>
          <p:nvPr/>
        </p:nvGrpSpPr>
        <p:grpSpPr>
          <a:xfrm>
            <a:off x="251520" y="351544"/>
            <a:ext cx="360040" cy="360040"/>
            <a:chOff x="251520" y="163548"/>
            <a:chExt cx="360040" cy="360040"/>
          </a:xfrm>
        </p:grpSpPr>
        <p:sp>
          <p:nvSpPr>
            <p:cNvPr id="7" name="矩形 5">
              <a:extLst>
                <a:ext uri="{FF2B5EF4-FFF2-40B4-BE49-F238E27FC236}">
                  <a16:creationId xmlns:a16="http://schemas.microsoft.com/office/drawing/2014/main" id="{FF6D319F-FBA6-6E9C-F717-E877E18673B9}"/>
                </a:ext>
              </a:extLst>
            </p:cNvPr>
            <p:cNvSpPr/>
            <p:nvPr/>
          </p:nvSpPr>
          <p:spPr>
            <a:xfrm>
              <a:off x="251520" y="163548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lt"/>
              </a:endParaRPr>
            </a:p>
          </p:txBody>
        </p:sp>
        <p:sp>
          <p:nvSpPr>
            <p:cNvPr id="8" name="矩形 6">
              <a:extLst>
                <a:ext uri="{FF2B5EF4-FFF2-40B4-BE49-F238E27FC236}">
                  <a16:creationId xmlns:a16="http://schemas.microsoft.com/office/drawing/2014/main" id="{FA02CFBA-ED28-0BE5-4803-D885C432E893}"/>
                </a:ext>
              </a:extLst>
            </p:cNvPr>
            <p:cNvSpPr/>
            <p:nvPr/>
          </p:nvSpPr>
          <p:spPr>
            <a:xfrm>
              <a:off x="395560" y="307588"/>
              <a:ext cx="216000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lt"/>
              </a:endParaRPr>
            </a:p>
          </p:txBody>
        </p:sp>
      </p:grp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74A91F6C-42B7-6B7B-7DA0-1897F88F143C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9F0AD8-3EDD-D8A7-6E78-099A93FD17ED}"/>
              </a:ext>
            </a:extLst>
          </p:cNvPr>
          <p:cNvGrpSpPr/>
          <p:nvPr/>
        </p:nvGrpSpPr>
        <p:grpSpPr>
          <a:xfrm>
            <a:off x="692150" y="1011238"/>
            <a:ext cx="11499851" cy="5825733"/>
            <a:chOff x="692150" y="1011238"/>
            <a:chExt cx="11499851" cy="5825733"/>
          </a:xfrm>
        </p:grpSpPr>
        <p:sp>
          <p:nvSpPr>
            <p:cNvPr id="5" name="Text Box 1">
              <a:extLst>
                <a:ext uri="{FF2B5EF4-FFF2-40B4-BE49-F238E27FC236}">
                  <a16:creationId xmlns:a16="http://schemas.microsoft.com/office/drawing/2014/main" id="{2876193C-3560-0101-AAAE-A8126DFFD5D5}"/>
                </a:ext>
              </a:extLst>
            </p:cNvPr>
            <p:cNvSpPr txBox="1"/>
            <p:nvPr/>
          </p:nvSpPr>
          <p:spPr>
            <a:xfrm>
              <a:off x="692150" y="1874729"/>
              <a:ext cx="3360420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Wingdings" panose="05000000000000000000" charset="0"/>
                <a:buChar char="ü"/>
              </a:pPr>
              <a:r>
                <a:rPr lang="fr-FR" altLang="en-US" sz="2800" b="1" dirty="0">
                  <a:cs typeface="Times New Roman" panose="02020603050405020304" pitchFamily="18" charset="0"/>
                  <a:sym typeface="+mn-ea"/>
                </a:rPr>
                <a:t>A use case Diagram </a:t>
              </a:r>
              <a:r>
                <a:rPr lang="fr-FR" altLang="en-US" sz="2800" b="1" dirty="0" err="1">
                  <a:cs typeface="Times New Roman" panose="02020603050405020304" pitchFamily="18" charset="0"/>
                  <a:sym typeface="+mn-ea"/>
                </a:rPr>
                <a:t>is</a:t>
              </a:r>
              <a:r>
                <a:rPr lang="fr-FR" altLang="en-US" sz="2800" b="1" dirty="0">
                  <a:cs typeface="Times New Roman" panose="02020603050405020304" pitchFamily="18" charset="0"/>
                  <a:sym typeface="+mn-ea"/>
                </a:rPr>
                <a:t> a </a:t>
              </a:r>
              <a:r>
                <a:rPr lang="fr-FR" altLang="en-US" sz="2800" b="1" dirty="0" err="1">
                  <a:cs typeface="Times New Roman" panose="02020603050405020304" pitchFamily="18" charset="0"/>
                  <a:sym typeface="+mn-ea"/>
                </a:rPr>
                <a:t>graphical</a:t>
              </a:r>
              <a:r>
                <a:rPr lang="fr-FR" altLang="en-US" sz="2800" b="1" dirty="0"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fr-FR" altLang="en-US" sz="2800" b="1" dirty="0" err="1">
                  <a:cs typeface="Times New Roman" panose="02020603050405020304" pitchFamily="18" charset="0"/>
                  <a:sym typeface="+mn-ea"/>
                </a:rPr>
                <a:t>representation</a:t>
              </a:r>
              <a:r>
                <a:rPr lang="fr-FR" altLang="en-US" sz="2800" b="1" dirty="0">
                  <a:cs typeface="Times New Roman" panose="02020603050405020304" pitchFamily="18" charset="0"/>
                  <a:sym typeface="+mn-ea"/>
                </a:rPr>
                <a:t> of the </a:t>
              </a:r>
              <a:r>
                <a:rPr lang="fr-FR" altLang="en-US" sz="2800" b="1" dirty="0" err="1">
                  <a:cs typeface="Times New Roman" panose="02020603050405020304" pitchFamily="18" charset="0"/>
                  <a:sym typeface="+mn-ea"/>
                </a:rPr>
                <a:t>functional</a:t>
              </a:r>
              <a:r>
                <a:rPr lang="fr-FR" altLang="en-US" sz="2800" b="1" dirty="0"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fr-FR" altLang="en-US" sz="2800" b="1" dirty="0" err="1">
                  <a:cs typeface="Times New Roman" panose="02020603050405020304" pitchFamily="18" charset="0"/>
                  <a:sym typeface="+mn-ea"/>
                </a:rPr>
                <a:t>requirements</a:t>
              </a:r>
              <a:r>
                <a:rPr lang="fr-FR" altLang="en-US" sz="2800" b="1" dirty="0">
                  <a:cs typeface="Times New Roman" panose="02020603050405020304" pitchFamily="18" charset="0"/>
                  <a:sym typeface="+mn-ea"/>
                </a:rPr>
                <a:t> of a system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D7C9D8-27B5-8C3D-75A0-DEE32B935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6241" y="1011238"/>
              <a:ext cx="6715760" cy="5825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056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60437-AB05-187A-CEFD-B406A6B0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FE82C5A6-177B-8A59-7E4E-E88C2309EFD1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99E8B34A-BFAC-4100-54A8-DA7C913D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A3525741-D4D0-E834-900B-FCA8BAEF40BA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FA3F2350-E36C-611B-6631-F3B6E362A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02848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Start Attendance </a:t>
            </a:r>
            <a:r>
              <a:rPr lang="fr-FR" altLang="zh-CN" sz="2400" b="1" kern="0" dirty="0" err="1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activity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80DE334D-7269-A518-FD65-73846743F885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9ABAD-E208-404A-C435-835F63A2DF1E}"/>
              </a:ext>
            </a:extLst>
          </p:cNvPr>
          <p:cNvGrpSpPr/>
          <p:nvPr/>
        </p:nvGrpSpPr>
        <p:grpSpPr>
          <a:xfrm>
            <a:off x="692150" y="1011238"/>
            <a:ext cx="11499850" cy="5868273"/>
            <a:chOff x="692150" y="1011238"/>
            <a:chExt cx="11499850" cy="5868273"/>
          </a:xfrm>
        </p:grpSpPr>
        <p:sp>
          <p:nvSpPr>
            <p:cNvPr id="5" name="Text Box 1">
              <a:extLst>
                <a:ext uri="{FF2B5EF4-FFF2-40B4-BE49-F238E27FC236}">
                  <a16:creationId xmlns:a16="http://schemas.microsoft.com/office/drawing/2014/main" id="{C6868A98-265B-046C-9C02-F8A5886FAE1C}"/>
                </a:ext>
              </a:extLst>
            </p:cNvPr>
            <p:cNvSpPr txBox="1"/>
            <p:nvPr/>
          </p:nvSpPr>
          <p:spPr>
            <a:xfrm>
              <a:off x="692150" y="1874729"/>
              <a:ext cx="3961130" cy="326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ü"/>
              </a:pP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An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activity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diagram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is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a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behavioral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diagram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in UML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that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shows the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dynamic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 aspects of a system, modeling the flow of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activities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, actions, and </a:t>
              </a:r>
              <a:r>
                <a:rPr lang="fr-FR" altLang="en-US" sz="2800" dirty="0" err="1">
                  <a:cs typeface="Times New Roman" panose="02020603050405020304" pitchFamily="18" charset="0"/>
                  <a:sym typeface="+mn-ea"/>
                </a:rPr>
                <a:t>decisions</a:t>
              </a:r>
              <a:r>
                <a:rPr lang="fr-FR" altLang="en-US" sz="2800" dirty="0">
                  <a:cs typeface="Times New Roman" panose="02020603050405020304" pitchFamily="18" charset="0"/>
                  <a:sym typeface="+mn-ea"/>
                </a:rPr>
                <a:t>.</a:t>
              </a:r>
              <a:endParaRPr lang="en-US" altLang="zh-CN" sz="2800" noProof="1"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anose="05000000000000000000" charset="0"/>
                <a:buChar char="ü"/>
              </a:pPr>
              <a:endParaRPr lang="en-US" altLang="zh-CN" sz="1000" noProof="1">
                <a:cs typeface="Times New Roman" panose="02020603050405020304" pitchFamily="18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336479-8ACF-77E1-44B0-B132F5460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2893" y="1011238"/>
              <a:ext cx="7079107" cy="5868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23034-26F7-798D-67CA-38972EE2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BAAF8B2A-7EFB-57B1-4001-F4312F48B22B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CD087730-9F68-3F74-32BA-19C0BAA69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E0C6FC97-7E67-DCEC-5011-B647FC65BD2C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DB6AD7D7-4290-A4F7-28F3-C5449A3C2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19332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Class Diagram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C1A74F06-6D2A-F4BB-2601-9418C53A1D19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928F27-E55E-DB69-AE46-6E61382AE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452"/>
            <a:ext cx="12192000" cy="60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A6677-F8EB-1628-0094-7CFB8B6F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D0D1F4B-072E-C918-3B5D-27CFCEA80CE8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C342731F-5B7E-3784-5058-C3DBF12B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ED4F24BC-2521-6AB4-51E4-B23564D44BC3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B55043B1-0146-67E2-71CC-4212E8942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0" y="289212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Architecture 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6DCCEAFD-4A73-6650-812A-A465EB8CF0F1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D7179A-5C60-130A-A6BB-DAAB0F19A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71" y="1011237"/>
            <a:ext cx="9183329" cy="58467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95CC738-B5F7-EA95-BFC1-EDCF145987CC}"/>
              </a:ext>
            </a:extLst>
          </p:cNvPr>
          <p:cNvSpPr txBox="1"/>
          <p:nvPr/>
        </p:nvSpPr>
        <p:spPr>
          <a:xfrm>
            <a:off x="963634" y="2143432"/>
            <a:ext cx="1415772" cy="3972232"/>
          </a:xfrm>
          <a:prstGeom prst="rect">
            <a:avLst/>
          </a:prstGeom>
          <a:noFill/>
        </p:spPr>
        <p:txBody>
          <a:bodyPr vert="vert270" wrap="square" rtlCol="0" anchor="b">
            <a:spAutoFit/>
          </a:bodyPr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LOGICAL ARCHITECTURE</a:t>
            </a:r>
            <a:endParaRPr lang="en-CM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90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719E7-3B1E-E325-984F-13DFF65D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2533B36B-E9CE-2C2F-65D3-6C8BC6429A0A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A8A3A2B0-2A8F-CBC2-ED29-64EA825F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CFD178D6-DE99-18EA-FDB5-E22C837CFB57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73E90595-EB9B-3A2B-D4C0-4BFDA1D18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0" y="289212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Architecture 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8C2ECB63-555A-EADC-6FA1-170C5DE683DA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E55156D9-F9BF-487D-B5CE-FACF065C1A44}"/>
              </a:ext>
            </a:extLst>
          </p:cNvPr>
          <p:cNvGrpSpPr/>
          <p:nvPr/>
        </p:nvGrpSpPr>
        <p:grpSpPr>
          <a:xfrm>
            <a:off x="963634" y="1013949"/>
            <a:ext cx="11228366" cy="5844052"/>
            <a:chOff x="963634" y="1013949"/>
            <a:chExt cx="11228366" cy="584405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BD86BE-2693-D294-C446-1610C11EE6F0}"/>
                </a:ext>
              </a:extLst>
            </p:cNvPr>
            <p:cNvSpPr txBox="1"/>
            <p:nvPr/>
          </p:nvSpPr>
          <p:spPr>
            <a:xfrm>
              <a:off x="963634" y="2143432"/>
              <a:ext cx="1415772" cy="3951498"/>
            </a:xfrm>
            <a:prstGeom prst="rect">
              <a:avLst/>
            </a:prstGeom>
            <a:noFill/>
          </p:spPr>
          <p:txBody>
            <a:bodyPr vert="vert270" wrap="square" rtlCol="0" anchor="b">
              <a:spAutoFit/>
            </a:bodyPr>
            <a:lstStyle/>
            <a:p>
              <a:pPr algn="ctr"/>
              <a:r>
                <a:rPr lang="en-US" sz="4000" dirty="0">
                  <a:latin typeface="Algerian" panose="04020705040A02060702" pitchFamily="82" charset="0"/>
                </a:rPr>
                <a:t>physical ARCHITECTURE</a:t>
              </a:r>
              <a:endParaRPr lang="en-CM" sz="4000" dirty="0">
                <a:latin typeface="Algerian" panose="04020705040A02060702" pitchFamily="82" charset="0"/>
              </a:endParaRPr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3B70050E-F2DC-494F-85F3-0D3DAA71EAE1}"/>
                </a:ext>
              </a:extLst>
            </p:cNvPr>
            <p:cNvGrpSpPr/>
            <p:nvPr/>
          </p:nvGrpSpPr>
          <p:grpSpPr>
            <a:xfrm>
              <a:off x="2825619" y="1013949"/>
              <a:ext cx="9366381" cy="5844052"/>
              <a:chOff x="2825619" y="1013948"/>
              <a:chExt cx="9366381" cy="587471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E106FD0-9496-8165-1383-AF82E3F95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5619" y="1013948"/>
                <a:ext cx="9366381" cy="584405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B55498-9470-C93C-DEA1-343654277B07}"/>
                  </a:ext>
                </a:extLst>
              </p:cNvPr>
              <p:cNvSpPr txBox="1"/>
              <p:nvPr/>
            </p:nvSpPr>
            <p:spPr>
              <a:xfrm>
                <a:off x="6096000" y="6519333"/>
                <a:ext cx="13970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SMTP</a:t>
                </a:r>
                <a:endParaRPr lang="en-CM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824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A4343-1716-6927-4697-5B31232D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rallelogram 24">
            <a:extLst>
              <a:ext uri="{FF2B5EF4-FFF2-40B4-BE49-F238E27FC236}">
                <a16:creationId xmlns:a16="http://schemas.microsoft.com/office/drawing/2014/main" id="{0C357C89-15E2-992E-A2D3-C01271A17D8F}"/>
              </a:ext>
            </a:extLst>
          </p:cNvPr>
          <p:cNvSpPr/>
          <p:nvPr/>
        </p:nvSpPr>
        <p:spPr>
          <a:xfrm>
            <a:off x="3507867" y="0"/>
            <a:ext cx="5176266" cy="6989696"/>
          </a:xfrm>
          <a:prstGeom prst="parallelogram">
            <a:avLst/>
          </a:prstGeom>
          <a:solidFill>
            <a:srgbClr val="00B050">
              <a:alpha val="37000"/>
            </a:srgbClr>
          </a:solidFill>
          <a:ln>
            <a:noFill/>
          </a:ln>
          <a:effectLst>
            <a:outerShdw blurRad="152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3A1FD649-B96E-D98A-87E7-4F904BF43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90" y="1070293"/>
            <a:ext cx="4191000" cy="3517900"/>
          </a:xfr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86A9103C-F5A2-8055-5BDC-0937F7F6DDFE}"/>
              </a:ext>
            </a:extLst>
          </p:cNvPr>
          <p:cNvSpPr/>
          <p:nvPr/>
        </p:nvSpPr>
        <p:spPr>
          <a:xfrm>
            <a:off x="0" y="1"/>
            <a:ext cx="12192000" cy="97945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52400" dist="50800" dir="5400000" algn="ctr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9D5E279B-AD27-3153-7C8F-176ED0844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0" y="249919"/>
            <a:ext cx="47122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altLang="zh-CN" sz="2400" b="1" kern="0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</a:rPr>
              <a:t>Tools use </a:t>
            </a:r>
            <a:endParaRPr lang="zh-CN" altLang="en-US" sz="2400" b="1" kern="0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</a:endParaRPr>
          </a:p>
        </p:txBody>
      </p:sp>
      <p:sp>
        <p:nvSpPr>
          <p:cNvPr id="20" name="任意多边形 8">
            <a:extLst>
              <a:ext uri="{FF2B5EF4-FFF2-40B4-BE49-F238E27FC236}">
                <a16:creationId xmlns:a16="http://schemas.microsoft.com/office/drawing/2014/main" id="{37009CFB-56CE-D73C-6CD3-9A1D221FFAC2}"/>
              </a:ext>
            </a:extLst>
          </p:cNvPr>
          <p:cNvSpPr/>
          <p:nvPr/>
        </p:nvSpPr>
        <p:spPr bwMode="auto">
          <a:xfrm>
            <a:off x="11050693" y="-80679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8DD3B3A-1257-5B65-7C08-632861DE0C2A}"/>
              </a:ext>
            </a:extLst>
          </p:cNvPr>
          <p:cNvGrpSpPr/>
          <p:nvPr/>
        </p:nvGrpSpPr>
        <p:grpSpPr>
          <a:xfrm>
            <a:off x="1025099" y="2736944"/>
            <a:ext cx="1861671" cy="2627269"/>
            <a:chOff x="1025099" y="2736944"/>
            <a:chExt cx="1861671" cy="262726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62E5A0-A2F8-5C2C-6DB5-C5BCEC870B77}"/>
                </a:ext>
              </a:extLst>
            </p:cNvPr>
            <p:cNvSpPr txBox="1"/>
            <p:nvPr/>
          </p:nvSpPr>
          <p:spPr>
            <a:xfrm>
              <a:off x="1025099" y="4410106"/>
              <a:ext cx="186167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7030A0"/>
                  </a:solidFill>
                  <a:latin typeface="Algerian" panose="04020705040A02060702" pitchFamily="82" charset="0"/>
                  <a:ea typeface="Cambria" pitchFamily="34" charset="-122"/>
                  <a:cs typeface="Cambria" pitchFamily="34" charset="-120"/>
                </a:rPr>
                <a:t>React Native</a:t>
              </a:r>
              <a:endParaRPr lang="en-US" sz="2800" dirty="0">
                <a:solidFill>
                  <a:srgbClr val="7030A0"/>
                </a:solidFill>
                <a:latin typeface="Algerian" panose="04020705040A02060702" pitchFamily="8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5D7DEA3-F221-61FA-D85F-B9C074A4A18F}"/>
                </a:ext>
              </a:extLst>
            </p:cNvPr>
            <p:cNvGrpSpPr/>
            <p:nvPr/>
          </p:nvGrpSpPr>
          <p:grpSpPr>
            <a:xfrm>
              <a:off x="1116464" y="2736944"/>
              <a:ext cx="1633084" cy="1633084"/>
              <a:chOff x="1116464" y="2736944"/>
              <a:chExt cx="1633084" cy="1633084"/>
            </a:xfrm>
          </p:grpSpPr>
          <p:sp>
            <p:nvSpPr>
              <p:cNvPr id="24" name="Oval 73">
                <a:extLst>
                  <a:ext uri="{FF2B5EF4-FFF2-40B4-BE49-F238E27FC236}">
                    <a16:creationId xmlns:a16="http://schemas.microsoft.com/office/drawing/2014/main" id="{2D93AA5B-9E8D-C92E-04EA-6998ED752490}"/>
                  </a:ext>
                </a:extLst>
              </p:cNvPr>
              <p:cNvSpPr/>
              <p:nvPr/>
            </p:nvSpPr>
            <p:spPr>
              <a:xfrm>
                <a:off x="1116464" y="2736944"/>
                <a:ext cx="1633084" cy="16330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A88AE797-E0A9-ED61-3601-4F8C2A712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0889" y="3002824"/>
                <a:ext cx="1022383" cy="1022383"/>
              </a:xfrm>
              <a:prstGeom prst="rect">
                <a:avLst/>
              </a:prstGeom>
            </p:spPr>
          </p:pic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67B363-29B3-AE94-2AC8-9A8F10FC9B50}"/>
              </a:ext>
            </a:extLst>
          </p:cNvPr>
          <p:cNvGrpSpPr/>
          <p:nvPr/>
        </p:nvGrpSpPr>
        <p:grpSpPr>
          <a:xfrm>
            <a:off x="3100971" y="1838058"/>
            <a:ext cx="1796570" cy="2322097"/>
            <a:chOff x="3100971" y="1838058"/>
            <a:chExt cx="1796570" cy="23220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276CB0-8A5E-A378-5C43-A00B8CBC2A51}"/>
                </a:ext>
              </a:extLst>
            </p:cNvPr>
            <p:cNvSpPr txBox="1"/>
            <p:nvPr/>
          </p:nvSpPr>
          <p:spPr>
            <a:xfrm>
              <a:off x="3100971" y="3575380"/>
              <a:ext cx="17965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091D"/>
                  </a:solidFill>
                  <a:latin typeface="Algerian" panose="04020705040A02060702" pitchFamily="82" charset="0"/>
                  <a:ea typeface="Cambria" pitchFamily="34" charset="-122"/>
                  <a:cs typeface="Cambria" pitchFamily="34" charset="-120"/>
                </a:rPr>
                <a:t>Next</a:t>
              </a:r>
              <a:r>
                <a:rPr lang="en-US" sz="3200" b="1" dirty="0">
                  <a:solidFill>
                    <a:srgbClr val="00091D"/>
                  </a:solidFill>
                  <a:latin typeface="Algerian" panose="04020705040A02060702" pitchFamily="82" charset="0"/>
                  <a:ea typeface="Cambria" pitchFamily="34" charset="-122"/>
                  <a:cs typeface="Cambria" pitchFamily="34" charset="-120"/>
                </a:rPr>
                <a:t>.js</a:t>
              </a:r>
              <a:endParaRPr lang="ko-KR" altLang="en-US" sz="3200" b="1" dirty="0">
                <a:solidFill>
                  <a:srgbClr val="00091D"/>
                </a:solidFill>
                <a:latin typeface="Algerian" panose="04020705040A02060702" pitchFamily="82" charset="0"/>
                <a:cs typeface="Arial" pitchFamily="34" charset="0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B9A8F35-51D2-F809-2B74-8EB40E1785F2}"/>
                </a:ext>
              </a:extLst>
            </p:cNvPr>
            <p:cNvGrpSpPr/>
            <p:nvPr/>
          </p:nvGrpSpPr>
          <p:grpSpPr>
            <a:xfrm>
              <a:off x="3194998" y="1838058"/>
              <a:ext cx="1633083" cy="1633083"/>
              <a:chOff x="3194998" y="1838058"/>
              <a:chExt cx="1633083" cy="1633083"/>
            </a:xfrm>
          </p:grpSpPr>
          <p:sp>
            <p:nvSpPr>
              <p:cNvPr id="26" name="Oval 76">
                <a:extLst>
                  <a:ext uri="{FF2B5EF4-FFF2-40B4-BE49-F238E27FC236}">
                    <a16:creationId xmlns:a16="http://schemas.microsoft.com/office/drawing/2014/main" id="{DF92EF74-D30A-A66C-8AF1-6F3C9B3999F4}"/>
                  </a:ext>
                </a:extLst>
              </p:cNvPr>
              <p:cNvSpPr/>
              <p:nvPr/>
            </p:nvSpPr>
            <p:spPr>
              <a:xfrm>
                <a:off x="3194998" y="1838058"/>
                <a:ext cx="1633083" cy="163308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091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120DACA-1D22-1074-7263-D4D77B104B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3978" y="2087783"/>
                <a:ext cx="1133631" cy="1133631"/>
              </a:xfrm>
              <a:prstGeom prst="rect">
                <a:avLst/>
              </a:prstGeom>
            </p:spPr>
          </p:pic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524B13D-8451-9D33-0840-60AFDB8CFFE3}"/>
              </a:ext>
            </a:extLst>
          </p:cNvPr>
          <p:cNvGrpSpPr/>
          <p:nvPr/>
        </p:nvGrpSpPr>
        <p:grpSpPr>
          <a:xfrm>
            <a:off x="5178774" y="2736944"/>
            <a:ext cx="1825876" cy="2220581"/>
            <a:chOff x="5178774" y="2736944"/>
            <a:chExt cx="1825876" cy="222058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F0875AC-BB86-8868-DE66-787D44F50CA6}"/>
                </a:ext>
              </a:extLst>
            </p:cNvPr>
            <p:cNvSpPr txBox="1"/>
            <p:nvPr/>
          </p:nvSpPr>
          <p:spPr>
            <a:xfrm>
              <a:off x="5178774" y="4434305"/>
              <a:ext cx="18258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rgbClr val="7030A0"/>
                  </a:solidFill>
                  <a:latin typeface="Algerian" panose="04020705040A02060702" pitchFamily="82" charset="0"/>
                  <a:ea typeface="Cambria" pitchFamily="34" charset="-122"/>
                  <a:cs typeface="Cambria" pitchFamily="34" charset="-120"/>
                </a:rPr>
                <a:t>NestJS</a:t>
              </a:r>
              <a:endParaRPr lang="ko-KR" altLang="en-US" sz="2800" b="1" dirty="0">
                <a:solidFill>
                  <a:srgbClr val="7030A0"/>
                </a:solidFill>
                <a:latin typeface="Algerian" panose="04020705040A02060702" pitchFamily="82" charset="0"/>
                <a:cs typeface="Arial" pitchFamily="34" charset="0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1920775-A39A-7513-FD86-A6BD3497474A}"/>
                </a:ext>
              </a:extLst>
            </p:cNvPr>
            <p:cNvGrpSpPr/>
            <p:nvPr/>
          </p:nvGrpSpPr>
          <p:grpSpPr>
            <a:xfrm>
              <a:off x="5275170" y="2736944"/>
              <a:ext cx="1633084" cy="1633084"/>
              <a:chOff x="5275170" y="2736944"/>
              <a:chExt cx="1633084" cy="1633084"/>
            </a:xfrm>
          </p:grpSpPr>
          <p:sp>
            <p:nvSpPr>
              <p:cNvPr id="27" name="Oval 79">
                <a:extLst>
                  <a:ext uri="{FF2B5EF4-FFF2-40B4-BE49-F238E27FC236}">
                    <a16:creationId xmlns:a16="http://schemas.microsoft.com/office/drawing/2014/main" id="{2B017B02-89E2-CAE9-ACC3-1492F443EE31}"/>
                  </a:ext>
                </a:extLst>
              </p:cNvPr>
              <p:cNvSpPr/>
              <p:nvPr/>
            </p:nvSpPr>
            <p:spPr>
              <a:xfrm>
                <a:off x="5275170" y="2736944"/>
                <a:ext cx="1633084" cy="16330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E92E9948-E005-394F-EF3D-A75DB9945A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28203" y="3022762"/>
                <a:ext cx="1105236" cy="1105236"/>
              </a:xfrm>
              <a:prstGeom prst="rect">
                <a:avLst/>
              </a:prstGeom>
            </p:spPr>
          </p:pic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7D7216E-C9A5-03D0-F3E8-571E86B2F5C5}"/>
              </a:ext>
            </a:extLst>
          </p:cNvPr>
          <p:cNvGrpSpPr/>
          <p:nvPr/>
        </p:nvGrpSpPr>
        <p:grpSpPr>
          <a:xfrm>
            <a:off x="7293802" y="1838057"/>
            <a:ext cx="1796569" cy="2250834"/>
            <a:chOff x="7293802" y="1838057"/>
            <a:chExt cx="1796569" cy="225083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478382-00A9-40AC-21FA-A2C1FDF622E1}"/>
                </a:ext>
              </a:extLst>
            </p:cNvPr>
            <p:cNvSpPr txBox="1"/>
            <p:nvPr/>
          </p:nvSpPr>
          <p:spPr>
            <a:xfrm>
              <a:off x="7293802" y="3565671"/>
              <a:ext cx="17965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latin typeface="Algerian" panose="04020705040A02060702" pitchFamily="82" charset="0"/>
                  <a:cs typeface="Arial" pitchFamily="34" charset="0"/>
                </a:rPr>
                <a:t>PRISMA</a:t>
              </a:r>
              <a:endParaRPr lang="ko-KR" altLang="en-US" sz="2800" b="1" dirty="0">
                <a:solidFill>
                  <a:schemeClr val="bg1"/>
                </a:solidFill>
                <a:latin typeface="Algerian" panose="04020705040A02060702" pitchFamily="82" charset="0"/>
                <a:cs typeface="Arial" pitchFamily="34" charset="0"/>
              </a:endParaRPr>
            </a:p>
          </p:txBody>
        </p:sp>
        <p:sp>
          <p:nvSpPr>
            <p:cNvPr id="29" name="Oval 85">
              <a:extLst>
                <a:ext uri="{FF2B5EF4-FFF2-40B4-BE49-F238E27FC236}">
                  <a16:creationId xmlns:a16="http://schemas.microsoft.com/office/drawing/2014/main" id="{883C7481-E309-CACB-3A23-B7EC7015F165}"/>
                </a:ext>
              </a:extLst>
            </p:cNvPr>
            <p:cNvSpPr/>
            <p:nvPr/>
          </p:nvSpPr>
          <p:spPr>
            <a:xfrm>
              <a:off x="7355343" y="1838057"/>
              <a:ext cx="1633084" cy="16330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8D22601-2C25-55AA-FFB4-4E1A4AD41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1463" y="2275020"/>
              <a:ext cx="1341245" cy="828924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62220AA-1934-CE1A-D645-42443F2C1E77}"/>
              </a:ext>
            </a:extLst>
          </p:cNvPr>
          <p:cNvGrpSpPr/>
          <p:nvPr/>
        </p:nvGrpSpPr>
        <p:grpSpPr>
          <a:xfrm>
            <a:off x="9294717" y="2736945"/>
            <a:ext cx="2020819" cy="2651467"/>
            <a:chOff x="9294717" y="2736945"/>
            <a:chExt cx="2020819" cy="265146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78A0FE2-4602-E880-82C2-E78FFA97D038}"/>
                </a:ext>
              </a:extLst>
            </p:cNvPr>
            <p:cNvSpPr txBox="1"/>
            <p:nvPr/>
          </p:nvSpPr>
          <p:spPr>
            <a:xfrm>
              <a:off x="9294717" y="4434305"/>
              <a:ext cx="20208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091D"/>
                  </a:solidFill>
                  <a:latin typeface="Algerian" panose="04020705040A02060702" pitchFamily="82" charset="0"/>
                  <a:cs typeface="Arial" pitchFamily="34" charset="0"/>
                </a:rPr>
                <a:t>POSTGRESSQL</a:t>
              </a:r>
              <a:endParaRPr lang="ko-KR" altLang="en-US" sz="2800" b="1" dirty="0">
                <a:solidFill>
                  <a:srgbClr val="00091D"/>
                </a:solidFill>
                <a:latin typeface="Algerian" panose="04020705040A02060702" pitchFamily="82" charset="0"/>
                <a:cs typeface="Arial" pitchFamily="34" charset="0"/>
              </a:endParaRPr>
            </a:p>
          </p:txBody>
        </p:sp>
        <p:sp>
          <p:nvSpPr>
            <p:cNvPr id="28" name="Oval 82">
              <a:extLst>
                <a:ext uri="{FF2B5EF4-FFF2-40B4-BE49-F238E27FC236}">
                  <a16:creationId xmlns:a16="http://schemas.microsoft.com/office/drawing/2014/main" id="{D04C05A5-2E26-FF30-A254-BD7B5A0550A3}"/>
                </a:ext>
              </a:extLst>
            </p:cNvPr>
            <p:cNvSpPr/>
            <p:nvPr/>
          </p:nvSpPr>
          <p:spPr>
            <a:xfrm>
              <a:off x="9449497" y="2736945"/>
              <a:ext cx="1633084" cy="163308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9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3D83E6EC-84E3-D2B0-D2D1-CA55DA64C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0678" y="3050762"/>
              <a:ext cx="1029818" cy="10298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315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72D1-0F34-53FB-5B01-80EE9ED5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564F45-0321-E3B8-EF3E-2259E8811B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002060">
                  <a:lumMod val="29000"/>
                </a:srgbClr>
              </a:gs>
              <a:gs pos="95000">
                <a:srgbClr val="002060">
                  <a:alpha val="78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E9BBD1FD-1ED1-7F62-3D8F-397E363C2FF1}"/>
              </a:ext>
            </a:extLst>
          </p:cNvPr>
          <p:cNvSpPr/>
          <p:nvPr/>
        </p:nvSpPr>
        <p:spPr>
          <a:xfrm>
            <a:off x="5346291" y="2866026"/>
            <a:ext cx="6934200" cy="1257117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116000" tIns="0" bIns="3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2"/>
                </a:solidFill>
                <a:latin typeface="Algerian" panose="04020705040A02060702" pitchFamily="82" charset="0"/>
                <a:ea typeface="华文中宋" panose="02010600040101010101" pitchFamily="2" charset="-122"/>
                <a:cs typeface="+mj-cs"/>
              </a:rPr>
              <a:t>DEMONSTRATION</a:t>
            </a:r>
            <a:endParaRPr lang="zh-CN" altLang="en-US" sz="3600" b="1" dirty="0">
              <a:solidFill>
                <a:schemeClr val="bg2"/>
              </a:solidFill>
              <a:latin typeface="Algerian" panose="04020705040A02060702" pitchFamily="82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" name="任意多边形 8">
            <a:extLst>
              <a:ext uri="{FF2B5EF4-FFF2-40B4-BE49-F238E27FC236}">
                <a16:creationId xmlns:a16="http://schemas.microsoft.com/office/drawing/2014/main" id="{28DF8B79-A7D6-09CA-7F75-707E0C00B088}"/>
              </a:ext>
            </a:extLst>
          </p:cNvPr>
          <p:cNvSpPr/>
          <p:nvPr/>
        </p:nvSpPr>
        <p:spPr bwMode="auto">
          <a:xfrm>
            <a:off x="5751871" y="2734858"/>
            <a:ext cx="1141307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algn="ctr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</a:pPr>
            <a:r>
              <a:rPr lang="en-US" altLang="zh-CN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rPr>
              <a:t>05</a:t>
            </a:r>
            <a:endParaRPr lang="zh-CN" altLang="en-US" sz="3200" b="1" dirty="0">
              <a:solidFill>
                <a:schemeClr val="bg1"/>
              </a:solidFill>
              <a:latin typeface="Algerian" panose="04020705040A02060702" pitchFamily="82" charset="0"/>
              <a:ea typeface="Microsoft YaHei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7748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1C3A-808A-068C-D644-0D9C7E13B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666718F-1DCD-4FCB-9CDF-4776BE34129D}"/>
              </a:ext>
            </a:extLst>
          </p:cNvPr>
          <p:cNvGrpSpPr/>
          <p:nvPr/>
        </p:nvGrpSpPr>
        <p:grpSpPr>
          <a:xfrm>
            <a:off x="0" y="0"/>
            <a:ext cx="12280491" cy="6858000"/>
            <a:chOff x="0" y="0"/>
            <a:chExt cx="12280491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352D11-971C-4B1D-E6B5-30176F8DA06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37000">
                  <a:srgbClr val="002060">
                    <a:lumMod val="29000"/>
                  </a:srgbClr>
                </a:gs>
                <a:gs pos="95000">
                  <a:srgbClr val="002060">
                    <a:alpha val="78000"/>
                  </a:srgb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M"/>
            </a:p>
          </p:txBody>
        </p:sp>
        <p:sp>
          <p:nvSpPr>
            <p:cNvPr id="2" name="矩形 3">
              <a:extLst>
                <a:ext uri="{FF2B5EF4-FFF2-40B4-BE49-F238E27FC236}">
                  <a16:creationId xmlns:a16="http://schemas.microsoft.com/office/drawing/2014/main" id="{02BF843A-4DC6-05B3-87B5-A9745185F82C}"/>
                </a:ext>
              </a:extLst>
            </p:cNvPr>
            <p:cNvSpPr/>
            <p:nvPr/>
          </p:nvSpPr>
          <p:spPr>
            <a:xfrm>
              <a:off x="5346291" y="2866026"/>
              <a:ext cx="6934200" cy="1257117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116000" tIns="0" bIns="360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 dirty="0">
                  <a:solidFill>
                    <a:schemeClr val="bg2"/>
                  </a:solidFill>
                  <a:latin typeface="Algerian" panose="04020705040A02060702" pitchFamily="82" charset="0"/>
                  <a:ea typeface="华文中宋" panose="02010600040101010101" pitchFamily="2" charset="-122"/>
                  <a:cs typeface="+mj-cs"/>
                </a:rPr>
                <a:t>CONCLUSION</a:t>
              </a:r>
              <a:endParaRPr lang="zh-CN" altLang="en-US" sz="3600" b="1" dirty="0">
                <a:solidFill>
                  <a:schemeClr val="bg2"/>
                </a:solidFill>
                <a:latin typeface="Algerian" panose="04020705040A02060702" pitchFamily="82" charset="0"/>
                <a:ea typeface="华文中宋" panose="02010600040101010101" pitchFamily="2" charset="-122"/>
                <a:cs typeface="+mj-cs"/>
              </a:endParaRPr>
            </a:p>
          </p:txBody>
        </p:sp>
        <p:sp>
          <p:nvSpPr>
            <p:cNvPr id="3" name="任意多边形 8">
              <a:extLst>
                <a:ext uri="{FF2B5EF4-FFF2-40B4-BE49-F238E27FC236}">
                  <a16:creationId xmlns:a16="http://schemas.microsoft.com/office/drawing/2014/main" id="{D76BB440-41C5-D1E7-6085-659AE649DC40}"/>
                </a:ext>
              </a:extLst>
            </p:cNvPr>
            <p:cNvSpPr/>
            <p:nvPr/>
          </p:nvSpPr>
          <p:spPr bwMode="auto">
            <a:xfrm>
              <a:off x="5751871" y="2734858"/>
              <a:ext cx="1141307" cy="1011237"/>
            </a:xfrm>
            <a:custGeom>
              <a:avLst/>
              <a:gdLst>
                <a:gd name="T0" fmla="*/ 0 w 993531"/>
                <a:gd name="T1" fmla="*/ 0 h 1011115"/>
                <a:gd name="T2" fmla="*/ 993775 w 993531"/>
                <a:gd name="T3" fmla="*/ 0 h 1011115"/>
                <a:gd name="T4" fmla="*/ 496888 w 993531"/>
                <a:gd name="T5" fmla="*/ 1011237 h 1011115"/>
                <a:gd name="T6" fmla="*/ 0 60000 65536"/>
                <a:gd name="T7" fmla="*/ 0 60000 65536"/>
                <a:gd name="T8" fmla="*/ 0 60000 65536"/>
                <a:gd name="T9" fmla="*/ 0 w 993531"/>
                <a:gd name="T10" fmla="*/ 0 h 1011115"/>
                <a:gd name="T11" fmla="*/ 993531 w 993531"/>
                <a:gd name="T12" fmla="*/ 1011115 h 1011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3531" h="1011115">
                  <a:moveTo>
                    <a:pt x="0" y="0"/>
                  </a:moveTo>
                  <a:lnTo>
                    <a:pt x="993531" y="0"/>
                  </a:lnTo>
                  <a:lnTo>
                    <a:pt x="496766" y="1011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 w="12700" algn="ctr">
              <a:noFill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tIns="0" bIns="360000" anchor="ctr"/>
            <a:lstStyle/>
            <a:p>
              <a:pPr algn="ctr" eaLnBrk="1" hangingPunct="1">
                <a:spcBef>
                  <a:spcPts val="2400"/>
                </a:spcBef>
                <a:buClr>
                  <a:schemeClr val="accent1"/>
                </a:buClr>
                <a:buSzPct val="60000"/>
              </a:pPr>
              <a:r>
                <a:rPr lang="en-US" altLang="zh-CN" sz="3200" b="1" dirty="0">
                  <a:solidFill>
                    <a:schemeClr val="bg1"/>
                  </a:solidFill>
                  <a:latin typeface="Algerian" panose="04020705040A02060702" pitchFamily="82" charset="0"/>
                  <a:ea typeface="Microsoft YaHei" panose="020B0503020204020204" pitchFamily="34" charset="-122"/>
                  <a:cs typeface="Arial Unicode MS" panose="020B0604020202020204" pitchFamily="34" charset="-122"/>
                </a:rPr>
                <a:t>06</a:t>
              </a:r>
              <a:endParaRPr lang="zh-CN" altLang="en-US" sz="3200" b="1" dirty="0">
                <a:solidFill>
                  <a:schemeClr val="bg1"/>
                </a:solidFill>
                <a:latin typeface="Algerian" panose="04020705040A02060702" pitchFamily="82" charset="0"/>
                <a:ea typeface="Microsoft YaHei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820660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4250</TotalTime>
  <Words>579</Words>
  <Application>Microsoft Office PowerPoint</Application>
  <PresentationFormat>Grand écran</PresentationFormat>
  <Paragraphs>142</Paragraphs>
  <Slides>28</Slides>
  <Notes>10</Notes>
  <HiddenSlides>4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8" baseType="lpstr">
      <vt:lpstr>Algerian</vt:lpstr>
      <vt:lpstr>Arial</vt:lpstr>
      <vt:lpstr>Arial Black</vt:lpstr>
      <vt:lpstr>Calibri</vt:lpstr>
      <vt:lpstr>Calibri Light</vt:lpstr>
      <vt:lpstr>Garet Bold</vt:lpstr>
      <vt:lpstr>Rockwell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cliff momo</dc:creator>
  <cp:lastModifiedBy>Julio</cp:lastModifiedBy>
  <cp:revision>36</cp:revision>
  <dcterms:created xsi:type="dcterms:W3CDTF">2026-09-01T22:29:36Z</dcterms:created>
  <dcterms:modified xsi:type="dcterms:W3CDTF">2026-10-08T17:36:22Z</dcterms:modified>
</cp:coreProperties>
</file>